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three profiles (2 min)
THE THREE PROFILES (2 min) – students read all three again before the 'Who…?' questions on the next slide. Go back to this slide whenever they need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1474151"/>
            <a:ext cx="3977640" cy="1806579"/>
          </a:xfrm>
          <a:prstGeom prst="roundRect">
            <a:avLst>
              <a:gd name="adj" fmla="val 860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413_31.png">    </p:cNvPr>
          <p:cNvPicPr>
            <a:picLocks noChangeAspect="1"/>
          </p:cNvPicPr>
          <p:nvPr/>
        </p:nvPicPr>
        <p:blipFill>
          <a:blip r:embed="rId4"/>
          <a:stretch>
            <a:fillRect/>
          </a:stretch>
        </p:blipFill>
        <p:spPr>
          <a:xfrm rot="90000">
            <a:off x="4892040" y="1519871"/>
            <a:ext cx="3886200" cy="171513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4" name="cd_28"/>
          <p:cNvSpPr/>
          <p:nvPr/>
        </p:nvSpPr>
        <p:spPr>
          <a:xfrm>
            <a:off x="320040" y="1417320"/>
            <a:ext cx="2697480" cy="1645920"/>
          </a:xfrm>
          <a:prstGeom prst="roundRect">
            <a:avLst>
              <a:gd name="adj" fmla="val 77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0789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8" name="st_32"/>
          <p:cNvSpPr/>
          <p:nvPr/>
        </p:nvSpPr>
        <p:spPr>
          <a:xfrm rot="-180000">
            <a:off x="502920" y="32461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21" name="chip_35"/>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2" name="bd_36"/>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4" name="R1_chip3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5" name="bd_39"/>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7" name="R2_chip4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8" name="bd_42"/>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30" name="R3_chip4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5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4" name="cd_56"/>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7" name="R1_def59"/>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8" name="R2_it60"/>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9" name="cd_61"/>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2" name="R3_def64"/>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3" name="R4_it65"/>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4" name="cd_66"/>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7" name="R5_def69"/>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8" name="R6_it70"/>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9" name="cd_71"/>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7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7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2" name="R7_def74"/>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3" name="R8_it75"/>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4" name="cd_76"/>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77"/>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78"/>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7" name="R9_def79"/>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8" name="R10_it80"/>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9" name="cd_81"/>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82"/>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83"/>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2" name="R11_def84"/>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3" name="R12_it85"/>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4" name="cd_86"/>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87"/>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88"/>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7" name="R13_def89"/>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8" name="R14_it90"/>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9" name="cd_91"/>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92"/>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93"/>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2" name="R15_def94"/>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3" name="R16_it95"/>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4" name="R17_wc96"/>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97"/>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0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1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1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cmd_10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LOOK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0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0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4" name="pf_109"/>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10"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11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1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20" name="R1_qb1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2" name="R2_qb1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4" name="R3_qb1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6" name="R4_qb12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2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2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7"/>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cmd_1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3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3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4" name="bd_134"/>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35"/>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6" name="R1_chip136"/>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7" name="bd_137"/>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38"/>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19" name="R2_chip139"/>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20" name="bd_140"/>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41"/>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2" name="R3_chip142"/>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3" name="bd_143"/>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44"/>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5" name="R4_chip145"/>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6" name="bd_146"/>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47"/>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8" name="R5_chip148"/>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bd_149"/>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50"/>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31" name="R6_chip151"/>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cmd_15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1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1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1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4" name="cd_163"/>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6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66"/>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8" name="st_167"/>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16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16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21" name="chip_17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2" name="bd_17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17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4" name="R1_chip17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5" name="bd_17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17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7" name="R2_chip17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8" name="bd_17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17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30" name="R3_chip17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31" name="bd_18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18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3" name="R4_chip18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4" name="bd_18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18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6" name="R5_chip18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cmd_1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4" name="cd_197"/>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0"/>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8" name="R1_qb2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20" name="R2_qb2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2" name="R3_qb2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4" name="R4_qb20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0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1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4" name="pf_22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1"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22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2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2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2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20" name="R1_qb22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2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2" name="R2_qb22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2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4" name="R3_qb23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4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4" name="cd_2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6" name="R1_rdE245"/>
          <p:cNvSpPr/>
          <p:nvPr/>
        </p:nvSpPr>
        <p:spPr>
          <a:xfrm>
            <a:off x="457200" y="1527048"/>
            <a:ext cx="260604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My main interest outside of school is computers and gaming</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But I'm not just a gamer. Right now, I'm taking part in a competition for young game designers. So at weekends,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learning to code</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with my aunt. She's a professional coder. She's also a really patient teacher – I'm finding coding impossible at the moment!</a:t>
            </a:r>
            <a:endParaRPr lang="en-US" sz="1050" dirty="0"/>
          </a:p>
        </p:txBody>
      </p:sp>
      <p:sp>
        <p:nvSpPr>
          <p:cNvPr id="17" name="rd_246"/>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8" name="R1_rdE247"/>
          <p:cNvSpPr/>
          <p:nvPr/>
        </p:nvSpPr>
        <p:spPr>
          <a:xfrm>
            <a:off x="3337560" y="1527048"/>
            <a:ext cx="260604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my favourite is sport</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in the school hockey and football teams</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And this year </a:t>
            </a:r>
            <a:pPr indent="0" marL="0">
              <a:lnSpc>
                <a:spcPct val="105000"/>
              </a:lnSpc>
              <a:spcAft>
                <a:spcPts val="700"/>
              </a:spcAft>
              <a:buNone/>
            </a:pPr>
            <a:r>
              <a:rPr lang="en-US" sz="1050" b="1" dirty="0">
                <a:solidFill>
                  <a:srgbClr val="1B2559"/>
                </a:solidFill>
                <a:highlight>
                  <a:srgbClr val="FFE066"/>
                </a:highlight>
                <a:latin typeface="Georgia" pitchFamily="34" charset="0"/>
                <a:ea typeface="Georgia" pitchFamily="34" charset="-122"/>
                <a:cs typeface="Georgia" pitchFamily="34" charset="-120"/>
              </a:rPr>
              <a:t>I'm having tennis lessons</a:t>
            </a:r>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 I'm really making progress, I think. In a few months, I'm going on a kayaking trip with my cousin. We've never done it before but we're really excited.</a:t>
            </a:r>
            <a:endParaRPr lang="en-US" sz="1050" dirty="0"/>
          </a:p>
        </p:txBody>
      </p:sp>
      <p:sp>
        <p:nvSpPr>
          <p:cNvPr id="19" name="rdl_248"/>
          <p:cNvSpPr/>
          <p:nvPr/>
        </p:nvSpPr>
        <p:spPr>
          <a:xfrm>
            <a:off x="3200400" y="1600200"/>
            <a:ext cx="0" cy="2999232"/>
          </a:xfrm>
          <a:prstGeom prst="line">
            <a:avLst/>
          </a:prstGeom>
          <a:noFill/>
          <a:ln w="28575">
            <a:solidFill>
              <a:srgbClr val="A8E5BE"/>
            </a:solidFill>
            <a:prstDash val="solid"/>
          </a:ln>
        </p:spPr>
      </p:sp>
      <p:sp>
        <p:nvSpPr>
          <p:cNvPr id="20" name="cd_249"/>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1" name="ii_250"/>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51"/>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3" name="il_252"/>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4" name="R1_chip253"/>
          <p:cNvSpPr/>
          <p:nvPr/>
        </p:nvSpPr>
        <p:spPr>
          <a:xfrm>
            <a:off x="6263640" y="329285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57"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8"/>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cmd_26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26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6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Exam practice</a:t>
            </a:r>
            <a:endParaRPr lang="en-US" sz="850" dirty="0"/>
          </a:p>
        </p:txBody>
      </p:sp>
      <p:pic>
        <p:nvPicPr>
          <p:cNvPr id="12" name="logo_2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4" name="cd_265"/>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66"/>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6" name="R1_rdE26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3_rdA26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4_rdA26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5_rdA27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6_rdA271"/>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R7_rdA272"/>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2" name="R8_rdA27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my biggest interests is film: thrillers, drama, science fiction</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3" name="cd_274"/>
          <p:cNvSpPr/>
          <p:nvPr/>
        </p:nvSpPr>
        <p:spPr>
          <a:xfrm>
            <a:off x="6263640" y="1417320"/>
            <a:ext cx="2606040" cy="1737360"/>
          </a:xfrm>
          <a:prstGeom prst="roundRect">
            <a:avLst>
              <a:gd name="adj" fmla="val 736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275"/>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76"/>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6" name="il_277"/>
          <p:cNvSpPr/>
          <p:nvPr/>
        </p:nvSpPr>
        <p:spPr>
          <a:xfrm>
            <a:off x="6830568" y="1911096"/>
            <a:ext cx="1947672" cy="11704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Only ONE word!</a:t>
            </a:r>
            <a:endParaRPr lang="en-US" sz="1000" dirty="0"/>
          </a:p>
        </p:txBody>
      </p:sp>
      <p:sp>
        <p:nvSpPr>
          <p:cNvPr id="27" name="R1_chip278"/>
          <p:cNvSpPr/>
          <p:nvPr/>
        </p:nvSpPr>
        <p:spPr>
          <a:xfrm>
            <a:off x="6263640" y="3264408"/>
            <a:ext cx="260604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050" dirty="0"/>
          </a:p>
        </p:txBody>
      </p:sp>
      <p:sp>
        <p:nvSpPr>
          <p:cNvPr id="28" name="R2_ebh279"/>
          <p:cNvSpPr/>
          <p:nvPr/>
        </p:nvSpPr>
        <p:spPr>
          <a:xfrm>
            <a:off x="6263640" y="3877056"/>
            <a:ext cx="2606040" cy="310896"/>
          </a:xfrm>
          <a:prstGeom prst="roundRect">
            <a:avLst>
              <a:gd name="adj" fmla="val 29412"/>
            </a:avLst>
          </a:prstGeom>
          <a:solidFill>
            <a:srgbClr val="E3F1FD"/>
          </a:solidFill>
          <a:ln w="28575">
            <a:solidFill>
              <a:srgbClr val="A9D3F5"/>
            </a:solidFill>
          </a:ln>
        </p:spPr>
        <p:txBody>
          <a:bodyPr wrap="square" lIns="76200" tIns="0" rIns="762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 Easier? Choose from these (some don't fit):</a:t>
            </a:r>
            <a:endParaRPr lang="en-US" sz="850" dirty="0"/>
          </a:p>
        </p:txBody>
      </p:sp>
      <p:sp>
        <p:nvSpPr>
          <p:cNvPr id="29" name="R2_ebw280"/>
          <p:cNvSpPr/>
          <p:nvPr/>
        </p:nvSpPr>
        <p:spPr>
          <a:xfrm>
            <a:off x="6263640"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at</a:t>
            </a:r>
            <a:endParaRPr lang="en-US" sz="1100" dirty="0"/>
          </a:p>
        </p:txBody>
      </p:sp>
      <p:sp>
        <p:nvSpPr>
          <p:cNvPr id="30" name="R2_ebw281"/>
          <p:cNvSpPr/>
          <p:nvPr/>
        </p:nvSpPr>
        <p:spPr>
          <a:xfrm>
            <a:off x="7150608"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can</a:t>
            </a:r>
            <a:endParaRPr lang="en-US" sz="1100" dirty="0"/>
          </a:p>
        </p:txBody>
      </p:sp>
      <p:sp>
        <p:nvSpPr>
          <p:cNvPr id="31" name="R2_ebw282"/>
          <p:cNvSpPr/>
          <p:nvPr/>
        </p:nvSpPr>
        <p:spPr>
          <a:xfrm>
            <a:off x="8037576" y="4242816"/>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for</a:t>
            </a:r>
            <a:endParaRPr lang="en-US" sz="1100" dirty="0"/>
          </a:p>
        </p:txBody>
      </p:sp>
      <p:sp>
        <p:nvSpPr>
          <p:cNvPr id="32" name="R2_ebw283"/>
          <p:cNvSpPr/>
          <p:nvPr/>
        </p:nvSpPr>
        <p:spPr>
          <a:xfrm>
            <a:off x="6263640"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in</a:t>
            </a:r>
            <a:endParaRPr lang="en-US" sz="1100" dirty="0"/>
          </a:p>
        </p:txBody>
      </p:sp>
      <p:sp>
        <p:nvSpPr>
          <p:cNvPr id="33" name="R2_ebw284"/>
          <p:cNvSpPr/>
          <p:nvPr/>
        </p:nvSpPr>
        <p:spPr>
          <a:xfrm>
            <a:off x="7150608"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it</a:t>
            </a:r>
            <a:endParaRPr lang="en-US" sz="1100" dirty="0"/>
          </a:p>
        </p:txBody>
      </p:sp>
      <p:sp>
        <p:nvSpPr>
          <p:cNvPr id="34" name="R2_ebw285"/>
          <p:cNvSpPr/>
          <p:nvPr/>
        </p:nvSpPr>
        <p:spPr>
          <a:xfrm>
            <a:off x="8037576" y="4553712"/>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must</a:t>
            </a:r>
            <a:endParaRPr lang="en-US" sz="1100" dirty="0"/>
          </a:p>
        </p:txBody>
      </p:sp>
      <p:sp>
        <p:nvSpPr>
          <p:cNvPr id="35" name="R2_ebw286"/>
          <p:cNvSpPr/>
          <p:nvPr/>
        </p:nvSpPr>
        <p:spPr>
          <a:xfrm>
            <a:off x="6263640"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of</a:t>
            </a:r>
            <a:endParaRPr lang="en-US" sz="1100" dirty="0"/>
          </a:p>
        </p:txBody>
      </p:sp>
      <p:sp>
        <p:nvSpPr>
          <p:cNvPr id="36" name="R2_ebw287"/>
          <p:cNvSpPr/>
          <p:nvPr/>
        </p:nvSpPr>
        <p:spPr>
          <a:xfrm>
            <a:off x="7150608"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one</a:t>
            </a:r>
            <a:endParaRPr lang="en-US" sz="1100" dirty="0"/>
          </a:p>
        </p:txBody>
      </p:sp>
      <p:sp>
        <p:nvSpPr>
          <p:cNvPr id="37" name="R2_ebw288"/>
          <p:cNvSpPr/>
          <p:nvPr/>
        </p:nvSpPr>
        <p:spPr>
          <a:xfrm>
            <a:off x="8037576" y="4864608"/>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them</a:t>
            </a:r>
            <a:endParaRPr lang="en-US" sz="1100" dirty="0"/>
          </a:p>
        </p:txBody>
      </p:sp>
      <p:sp>
        <p:nvSpPr>
          <p:cNvPr id="38" name="R2_ebw289"/>
          <p:cNvSpPr/>
          <p:nvPr/>
        </p:nvSpPr>
        <p:spPr>
          <a:xfrm>
            <a:off x="6263640" y="5175504"/>
            <a:ext cx="822960" cy="274320"/>
          </a:xfrm>
          <a:prstGeom prst="roundRect">
            <a:avLst>
              <a:gd name="adj" fmla="val 50000"/>
            </a:avLst>
          </a:prstGeom>
          <a:solidFill>
            <a:srgbClr val="FFFFFF"/>
          </a:solidFill>
          <a:ln w="28575">
            <a:solidFill>
              <a:srgbClr val="A9D3F5"/>
            </a:solidFill>
          </a:ln>
        </p:spPr>
        <p:txBody>
          <a:bodyPr wrap="square" lIns="0" tIns="0" rIns="0" bIns="0" rtlCol="0" anchor="ct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par>
                                <p:cTn id="19" presetID="10"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nodeType="withEffect">
                                  <p:stCondLst>
                                    <p:cond delay="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400"/>
                                        <p:tgtEl>
                                          <p:spTgt spid="31"/>
                                        </p:tgtEl>
                                      </p:cBhvr>
                                    </p:animEffect>
                                  </p:childTnLst>
                                </p:cTn>
                              </p:par>
                              <p:par>
                                <p:cTn id="25" presetID="10" presetClass="entr" presetSubtype="0"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par>
                                <p:cTn id="28" presetID="10" presetClass="entr" presetSubtype="0" fill="hold"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400"/>
                                        <p:tgtEl>
                                          <p:spTgt spid="33"/>
                                        </p:tgtEl>
                                      </p:cBhvr>
                                    </p:animEffect>
                                  </p:childTnLst>
                                </p:cTn>
                              </p:par>
                              <p:par>
                                <p:cTn id="31" presetID="10"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animEffect transition="in" filter="fade">
                                      <p:cBhvr>
                                        <p:cTn id="33" dur="400"/>
                                        <p:tgtEl>
                                          <p:spTgt spid="34"/>
                                        </p:tgtEl>
                                      </p:cBhvr>
                                    </p:animEffect>
                                  </p:childTnLst>
                                </p:cTn>
                              </p:par>
                              <p:par>
                                <p:cTn id="34" presetID="10"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animEffect transition="in" filter="fade">
                                      <p:cBhvr>
                                        <p:cTn id="36" dur="400"/>
                                        <p:tgtEl>
                                          <p:spTgt spid="35"/>
                                        </p:tgtEl>
                                      </p:cBhvr>
                                    </p:animEffect>
                                  </p:childTnLst>
                                </p:cTn>
                              </p:par>
                              <p:par>
                                <p:cTn id="37" presetID="10" presetClass="entr" presetSubtype="0" fill="hold" nodeType="with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par>
                                <p:cTn id="43" presetID="10" presetClass="entr" presetSubtype="0" fill="hold"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00"/>
                                        <p:tgtEl>
                                          <p:spTgt spid="3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00"/>
                                        <p:tgtEl>
                                          <p:spTgt spid="1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400"/>
                                        <p:tgtEl>
                                          <p:spTgt spid="1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400"/>
                                        <p:tgtEl>
                                          <p:spTgt spid="20"/>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400"/>
                                        <p:tgtEl>
                                          <p:spTgt spid="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9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and Alfie</a:t>
            </a:r>
            <a:endParaRPr lang="en-US" sz="2500" dirty="0"/>
          </a:p>
        </p:txBody>
      </p:sp>
      <p:pic>
        <p:nvPicPr>
          <p:cNvPr id="6" name="brP_29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9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all three profiles. Then answer: who…?</a:t>
            </a:r>
            <a:endParaRPr lang="en-US" sz="1250" dirty="0"/>
          </a:p>
        </p:txBody>
      </p:sp>
      <p:sp>
        <p:nvSpPr>
          <p:cNvPr id="8" name="insIT_2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tre profili. Poi rispondi: chi…?</a:t>
            </a:r>
            <a:endParaRPr lang="en-US" sz="950" dirty="0"/>
          </a:p>
        </p:txBody>
      </p:sp>
      <p:sp>
        <p:nvSpPr>
          <p:cNvPr id="9" name="cmd_296"/>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9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9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2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the three profiles   ·   📖 SB p.11 · the three profiles (the text is on the slide)</a:t>
            </a:r>
            <a:endParaRPr lang="en-US" sz="800" dirty="0"/>
          </a:p>
        </p:txBody>
      </p:sp>
      <p:sp>
        <p:nvSpPr>
          <p:cNvPr id="14" name="cd_301"/>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302"/>
          <p:cNvSpPr/>
          <p:nvPr/>
        </p:nvSpPr>
        <p:spPr>
          <a:xfrm>
            <a:off x="45720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Lucas</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00" dirty="0"/>
          </a:p>
        </p:txBody>
      </p:sp>
      <p:sp>
        <p:nvSpPr>
          <p:cNvPr id="16" name="rd_303"/>
          <p:cNvSpPr/>
          <p:nvPr/>
        </p:nvSpPr>
        <p:spPr>
          <a:xfrm>
            <a:off x="330708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Grace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00" dirty="0"/>
          </a:p>
        </p:txBody>
      </p:sp>
      <p:sp>
        <p:nvSpPr>
          <p:cNvPr id="17" name="rd_304"/>
          <p:cNvSpPr/>
          <p:nvPr/>
        </p:nvSpPr>
        <p:spPr>
          <a:xfrm>
            <a:off x="6156960" y="1527048"/>
            <a:ext cx="2575560" cy="3090672"/>
          </a:xfrm>
          <a:prstGeom prst="rect">
            <a:avLst/>
          </a:prstGeom>
          <a:noFill/>
          <a:ln/>
        </p:spPr>
        <p:txBody>
          <a:bodyPr wrap="square" lIns="0" tIns="0" rIns="0" bIns="0" rtlCol="0" anchor="t"/>
          <a:lstStyle/>
          <a:p>
            <a:pPr indent="0" marL="0">
              <a:lnSpc>
                <a:spcPct val="105000"/>
              </a:lnSpc>
              <a:spcAft>
                <a:spcPts val="400"/>
              </a:spcAft>
              <a:buNone/>
            </a:pPr>
            <a:r>
              <a:rPr lang="en-US" sz="1100" b="1" dirty="0">
                <a:solidFill>
                  <a:srgbClr val="1F6F43"/>
                </a:solidFill>
                <a:latin typeface="Georgia" pitchFamily="34" charset="0"/>
                <a:ea typeface="Georgia" pitchFamily="34" charset="-122"/>
                <a:cs typeface="Georgia" pitchFamily="34" charset="-120"/>
              </a:rPr>
              <a:t>Alfie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 can be quite serious at times, too. One of my biggest interests is film: thrillers, drama, science fiction – I don't mind. I like watching them all. One day, I think I'd like to work in film.</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This year, I want to visit a film studio. There's one near London where all eight Harry Potter films were made. My dream is to fly to Hollywood and see a studio there.</a:t>
            </a:r>
            <a:endParaRPr lang="en-US" sz="1000" dirty="0"/>
          </a:p>
        </p:txBody>
      </p:sp>
      <p:sp>
        <p:nvSpPr>
          <p:cNvPr id="18" name="rdl_305"/>
          <p:cNvSpPr/>
          <p:nvPr/>
        </p:nvSpPr>
        <p:spPr>
          <a:xfrm>
            <a:off x="316992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0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309"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10"/>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 (last slide).</a:t>
            </a:r>
            <a:endParaRPr lang="en-US" sz="1250" dirty="0"/>
          </a:p>
        </p:txBody>
      </p:sp>
      <p:sp>
        <p:nvSpPr>
          <p:cNvPr id="8" name="insIT_3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cmd_31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31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1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3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4" name="bd_317"/>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18"/>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6" name="R1_chip319"/>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7" name="bd_320"/>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1"/>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19" name="R2_chip322"/>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20" name="bd_323"/>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24"/>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2" name="R3_chip325"/>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3" name="bd_326"/>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27"/>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5" name="R4_chip328"/>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6" name="bd_329"/>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30"/>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8" name="R5_chip331"/>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29" name="bd_332"/>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33"/>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31" name="R6_chip334"/>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3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3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3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3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cmd_34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34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4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4" name="bd_346"/>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47"/>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6" name="R1_chip348"/>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7" name="bd_349"/>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50"/>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9" name="R2_chip351"/>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20" name="bd_352"/>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53"/>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2" name="R3_chip354"/>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3" name="bd_355"/>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56"/>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5" name="R4_chip357"/>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6" name="bd_358"/>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59"/>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8" name="R5_chip360"/>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9" name="bd_361"/>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62"/>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31" name="R6_chip363"/>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6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6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67"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8"/>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7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7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7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4" name="pf_375"/>
          <p:cNvSpPr/>
          <p:nvPr/>
        </p:nvSpPr>
        <p:spPr>
          <a:xfrm rot="-90000">
            <a:off x="790524" y="1417320"/>
            <a:ext cx="1802233"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76" descr="/home/claude/lls-course/v2/cache/b2_6b_guitar_sax_jpg_412x286_31.png">    </p:cNvPr>
          <p:cNvPicPr>
            <a:picLocks noChangeAspect="1"/>
          </p:cNvPicPr>
          <p:nvPr/>
        </p:nvPicPr>
        <p:blipFill>
          <a:blip r:embed="rId5"/>
          <a:stretch>
            <a:fillRect/>
          </a:stretch>
        </p:blipFill>
        <p:spPr>
          <a:xfrm rot="-90000">
            <a:off x="836244" y="1463040"/>
            <a:ext cx="1710793" cy="1188720"/>
          </a:xfrm>
          <a:prstGeom prst="rect">
            <a:avLst/>
          </a:prstGeom>
        </p:spPr>
      </p:pic>
      <p:sp>
        <p:nvSpPr>
          <p:cNvPr id="16" name="cd_37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7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7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8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20" name="R1_sb38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8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2" name="R2_sb38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8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4" name="R3_sb38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8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6" name="R4_sb38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8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8" name="R5_sb38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9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30" name="R6_sb39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9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9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9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9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9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cmd_39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40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0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4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4" name="R1_sb404"/>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405"/>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6" name="R2_sb406"/>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407"/>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8" name="R3_sb408"/>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9"/>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20" name="R4_sb410"/>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11"/>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2" name="R5_sb412"/>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13"/>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4" name="R6_sb414"/>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15"/>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1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41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2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4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cmd_42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42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42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4" name="cd_427"/>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30"/>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8" name="R1_qb43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3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20" name="R2_qb43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3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2" name="R3_qb43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3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3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3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3"/>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4"/>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3" name="bd_44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4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5" name="bd_44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5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7" name="bd_45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9" name="cd_453"/>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5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5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56"/>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3" name="st_457"/>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6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6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4" name="cd_46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7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7" name="R1_tk47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7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21" name="R2_tk47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7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7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7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5" name="R3_tk48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9" name="R4_tk48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8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8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8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3" name="R5_tk48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8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2026-10-19T15:05:19Z</dcterms:created>
  <dcterms:modified xsi:type="dcterms:W3CDTF">2026-10-19T15:05:19Z</dcterms:modified>
</cp:coreProperties>
</file>