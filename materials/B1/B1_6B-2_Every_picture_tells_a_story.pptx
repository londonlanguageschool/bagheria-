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video" Target="../media/media-23-5.mp4"/><Relationship Id="rId6" Type="http://schemas.microsoft.com/office/2007/relationships/media" Target="../media/media-23-5.mp4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625595" y="777240"/>
            <a:ext cx="2419091" cy="3200400"/>
          </a:xfrm>
          <a:prstGeom prst="roundRect">
            <a:avLst>
              <a:gd name="adj" fmla="val 64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560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671315" y="822960"/>
            <a:ext cx="2327651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kw_34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3246120" y="1783080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5225796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61630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786384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100" dirty="0"/>
          </a:p>
        </p:txBody>
      </p:sp>
      <p:sp>
        <p:nvSpPr>
          <p:cNvPr id="32" name="R1_rl46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00" dirty="0"/>
          </a:p>
        </p:txBody>
      </p:sp>
      <p:sp>
        <p:nvSpPr>
          <p:cNvPr id="33" name="cd_47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8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100" dirty="0"/>
          </a:p>
        </p:txBody>
      </p:sp>
      <p:sp>
        <p:nvSpPr>
          <p:cNvPr id="35" name="R2_rl49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52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4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5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chip_6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6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7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1_chip7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7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7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2_chip7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7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3_chip7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7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4_chip8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8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8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5_chip8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endParaRPr lang="en-US" sz="950" dirty="0"/>
          </a:p>
        </p:txBody>
      </p:sp>
      <p:sp>
        <p:nvSpPr>
          <p:cNvPr id="10" name="meta_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4" name="cd_95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9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6" name="en_9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7" name="R1_def98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8" name="R2_it99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19" name="cd_100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101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1" name="en_102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2" name="R3_def103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3" name="R4_it104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4" name="cd_105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0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6" name="en_10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7" name="R5_def108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8" name="R6_it109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29" name="cd_110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1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1" name="en_11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2" name="R7_def113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3" name="R8_it114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4" name="cd_115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16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6" name="en_117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7" name="R9_def118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8" name="R10_it119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39" name="cd_120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121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1" name="en_122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2" name="R11_def123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3" name="R12_it124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4" name="cd_125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26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6" name="en_127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7" name="R13_def128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8" name="R14_it129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49" name="cd_130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31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1" name="en_132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2" name="R15_def133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3" name="R16_it134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4" name="ap_135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5" name="ah_13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7" name="ah_13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59" name="R17_wc138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R17_w139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6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60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61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2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3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4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5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6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7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8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69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70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71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2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3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4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6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7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78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9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80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81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2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3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8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endParaRPr lang="en-US" sz="950" dirty="0"/>
          </a:p>
        </p:txBody>
      </p:sp>
      <p:sp>
        <p:nvSpPr>
          <p:cNvPr id="10" name="meta_1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1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1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4" name="cd_19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19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8" name="ap_199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19" name="ah_20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0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20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4" name="gq_20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5" name="chip_20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6" name="bd_20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gq_20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8" name="R1_chip20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29" name="bd_20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gq_20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1" name="R2_chip21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2" name="bd_21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gq_21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4" name="R3_chip21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5" name="bd_21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gq_21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7" name="R4_chip21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8" name="bd_21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gq_21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0" name="R5_chip21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endParaRPr lang="en-US" sz="950" dirty="0"/>
          </a:p>
        </p:txBody>
      </p:sp>
      <p:sp>
        <p:nvSpPr>
          <p:cNvPr id="10" name="meta_22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2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4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34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8" name="ah_235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1" name="ah_236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2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5" name="lg_2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6" name="lg_23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7" name="lg_24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8" name="lg_24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9" name="sq_24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0" name="R1_tag24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1" name="sq_24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2" name="R2_tag24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3" name="sq_24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4" name="R3_tag24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5" name="sq_24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6" name="R4_tag24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7" name="sq_250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8" name="R5_tag251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9" name="sq_252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0" name="R6_tag253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26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6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68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8" name="ah_2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2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27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3" name="lg_27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4" name="lg_27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5" name="lg_27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6" name="lg_275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7" name="sq_276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8" name="R1_tag277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29" name="sq_278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0" name="R2_tag279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1" name="sq_280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2" name="R3_tag281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3" name="sq_282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4" name="R4_tag283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5" name="sq_284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6" name="R5_tag285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7" name="sq_286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8" name="R6_tag287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2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9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9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0" descr="/home/claude/lls-course/v2/cache/4a2_meet_parents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6" name="cd_301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4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0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1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2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2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2" name="logo_3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4" name="pf_324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25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6" name="cd_326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27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8" name="ih_328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9" name="il_329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mangiarsi (le unghie)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ginocchia · stomaco · dita dei piedi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fischiare · labbra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fissare · indicare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applaudire · annuire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mento · spalle</a:t>
            </a:r>
            <a:endParaRPr lang="en-US" sz="750" dirty="0"/>
          </a:p>
        </p:txBody>
      </p:sp>
      <p:sp>
        <p:nvSpPr>
          <p:cNvPr id="20" name="R1_sb33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R1_sl33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2" name="R2_sb33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R2_sl33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4" name="R3_sb33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R3_sl33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6" name="R4_sb33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R4_sl33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8" name="R5_sb33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R5_sl33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0" name="R6_sb34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R6_sl34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4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4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3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4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5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6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5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5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1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2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6"/>
          <p:cNvSpPr/>
          <p:nvPr/>
        </p:nvSpPr>
        <p:spPr>
          <a:xfrm>
            <a:off x="548640" y="1920240"/>
            <a:ext cx="5349240" cy="45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950" dirty="0"/>
          </a:p>
        </p:txBody>
      </p:sp>
      <p:sp>
        <p:nvSpPr>
          <p:cNvPr id="17" name="ln_377"/>
          <p:cNvSpPr/>
          <p:nvPr/>
        </p:nvSpPr>
        <p:spPr>
          <a:xfrm>
            <a:off x="548640" y="2377140"/>
            <a:ext cx="5349240" cy="325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950" dirty="0"/>
          </a:p>
        </p:txBody>
      </p:sp>
      <p:sp>
        <p:nvSpPr>
          <p:cNvPr id="18" name="ln_378"/>
          <p:cNvSpPr/>
          <p:nvPr/>
        </p:nvSpPr>
        <p:spPr>
          <a:xfrm>
            <a:off x="548640" y="2702453"/>
            <a:ext cx="5349240" cy="376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950" dirty="0"/>
          </a:p>
        </p:txBody>
      </p:sp>
      <p:sp>
        <p:nvSpPr>
          <p:cNvPr id="19" name="ln_379"/>
          <p:cNvSpPr/>
          <p:nvPr/>
        </p:nvSpPr>
        <p:spPr>
          <a:xfrm>
            <a:off x="548640" y="3078939"/>
            <a:ext cx="5349240" cy="380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950" dirty="0"/>
          </a:p>
        </p:txBody>
      </p:sp>
      <p:sp>
        <p:nvSpPr>
          <p:cNvPr id="20" name="ln_380"/>
          <p:cNvSpPr/>
          <p:nvPr/>
        </p:nvSpPr>
        <p:spPr>
          <a:xfrm>
            <a:off x="548640" y="3459081"/>
            <a:ext cx="5349240" cy="47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950" dirty="0"/>
          </a:p>
        </p:txBody>
      </p:sp>
      <p:sp>
        <p:nvSpPr>
          <p:cNvPr id="21" name="ln_381"/>
          <p:cNvSpPr/>
          <p:nvPr/>
        </p:nvSpPr>
        <p:spPr>
          <a:xfrm>
            <a:off x="548640" y="3934257"/>
            <a:ext cx="5349240" cy="50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950" dirty="0"/>
          </a:p>
        </p:txBody>
      </p:sp>
      <p:sp>
        <p:nvSpPr>
          <p:cNvPr id="22" name="ln_382"/>
          <p:cNvSpPr/>
          <p:nvPr/>
        </p:nvSpPr>
        <p:spPr>
          <a:xfrm>
            <a:off x="548640" y="4438675"/>
            <a:ext cx="5349240" cy="270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950" dirty="0"/>
          </a:p>
        </p:txBody>
      </p:sp>
      <p:sp>
        <p:nvSpPr>
          <p:cNvPr id="23" name="pf_383"/>
          <p:cNvSpPr/>
          <p:nvPr/>
        </p:nvSpPr>
        <p:spPr>
          <a:xfrm rot="120000">
            <a:off x="7013233" y="1417320"/>
            <a:ext cx="1152575" cy="1508760"/>
          </a:xfrm>
          <a:prstGeom prst="roundRect">
            <a:avLst>
              <a:gd name="adj" fmla="val 13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4" descr="/home/claude/lls-course/v2/cache/6B_2_colin_jpg_255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058953" y="1463040"/>
            <a:ext cx="1061135" cy="1417320"/>
          </a:xfrm>
          <a:prstGeom prst="rect">
            <a:avLst/>
          </a:prstGeom>
        </p:spPr>
      </p:pic>
      <p:sp>
        <p:nvSpPr>
          <p:cNvPr id="25" name="cd_38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8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1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3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3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4" name="cd_40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0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8" name="pf_404"/>
          <p:cNvSpPr/>
          <p:nvPr/>
        </p:nvSpPr>
        <p:spPr>
          <a:xfrm rot="-90000">
            <a:off x="873420" y="2569464"/>
            <a:ext cx="1590721" cy="2093976"/>
          </a:xfrm>
          <a:prstGeom prst="roundRect">
            <a:avLst>
              <a:gd name="adj" fmla="val 9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05" descr="/home/claude/lls-course/v2/cache/6B_2_colin_jpg_361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19140" y="2615184"/>
            <a:ext cx="1499281" cy="2002536"/>
          </a:xfrm>
          <a:prstGeom prst="rect">
            <a:avLst/>
          </a:prstGeom>
        </p:spPr>
      </p:pic>
      <p:sp>
        <p:nvSpPr>
          <p:cNvPr id="20" name="bd_40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0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2" name="R1_chip40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3" name="bd_40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1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5" name="R2_chip41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6" name="bd_41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1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8" name="R3_chip41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29" name="bd_41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1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1" name="R4_chip41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4" name="cd_429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7" name="ap_432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8" name="ah_43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43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43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3" name="lg_43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4" name="sq_437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5" name="R1_tag438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6" name="sq_439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7" name="R2_tag440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8" name="sq_441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29" name="R3_tag442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0" name="sq_443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1" name="R4_tag444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2" name="sq_445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3" name="R5_tag446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4" name="sq_447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5" name="R6_tag448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6" name="sq_449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7" name="R7_tag450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8" name="sq_451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39" name="R8_tag452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0" name="sq_453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1" name="R9_tag454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2" name="sq_455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3" name="R10_tag456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6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6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6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1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2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47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7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7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7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7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8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8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86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8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1" name="tag_4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4" name="ap_49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5" name="ah_49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9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98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9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50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0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0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50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5" name="R1_chip50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6" name="gq_50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7" name="R2_chip50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8" name="gq_50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29" name="R3_chip50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1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2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24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2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52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chip_52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2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52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1_chip53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3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53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2_chip53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3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53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3_chip53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3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53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4_chip53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54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5_chip54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4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54"/>
          <p:cNvSpPr/>
          <p:nvPr/>
        </p:nvSpPr>
        <p:spPr>
          <a:xfrm rot="-120000">
            <a:off x="1206673" y="1371600"/>
            <a:ext cx="1015654" cy="1325880"/>
          </a:xfrm>
          <a:prstGeom prst="roundRect">
            <a:avLst>
              <a:gd name="adj" fmla="val 153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5" descr="/home/claude/lls-course/v2/cache/6B_2_colin_jpg_222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252393" y="1417320"/>
            <a:ext cx="924214" cy="1234440"/>
          </a:xfrm>
          <a:prstGeom prst="rect">
            <a:avLst/>
          </a:prstGeom>
        </p:spPr>
      </p:pic>
      <p:sp>
        <p:nvSpPr>
          <p:cNvPr id="16" name="cd_55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6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6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6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6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7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78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79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body verbs and the part of the body you use (clap → hands).</a:t>
            </a:r>
            <a:endParaRPr lang="en-US" sz="1400" dirty="0"/>
          </a:p>
        </p:txBody>
      </p:sp>
      <p:sp>
        <p:nvSpPr>
          <p:cNvPr id="15" name="bd_580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1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tips from the charisma coach.</a:t>
            </a:r>
            <a:endParaRPr lang="en-US" sz="1400" dirty="0"/>
          </a:p>
        </p:txBody>
      </p:sp>
      <p:sp>
        <p:nvSpPr>
          <p:cNvPr id="17" name="bd_582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3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word with two sounds in one (like bike, train, phone).</a:t>
            </a:r>
            <a:endParaRPr lang="en-US" sz="1400" dirty="0"/>
          </a:p>
        </p:txBody>
      </p:sp>
      <p:sp>
        <p:nvSpPr>
          <p:cNvPr id="19" name="cd_584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5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86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87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88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1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93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5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5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0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0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0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0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0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0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0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0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12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13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14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15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16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17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18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19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62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62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62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62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27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29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algn="ctr"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3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ext_63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37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38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39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0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41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2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3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4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5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46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47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48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endParaRPr lang="en-US" sz="950" dirty="0"/>
          </a:p>
        </p:txBody>
      </p:sp>
      <p:sp>
        <p:nvSpPr>
          <p:cNvPr id="10" name="meta_65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65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4" name="ext_660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61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62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63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64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0" name="vq_665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1" name="R1_chip666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2" name="vq_667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3" name="R2_chip668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4" name="vq_669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5" name="R3_chip670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6" name="vq_671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7" name="R4_chip672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6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7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77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7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8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ext_684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cd_68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8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89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90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chip_691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92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693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1_chip694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695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696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2_chip697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2026-10-19T11:59:40Z</dcterms:created>
  <dcterms:modified xsi:type="dcterms:W3CDTF">2026-10-19T11:59:40Z</dcterms:modified>
</cp:coreProperties>
</file>