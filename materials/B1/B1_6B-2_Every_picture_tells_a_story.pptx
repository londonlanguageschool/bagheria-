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video" Target="../media/media-21-5.mp4"/><Relationship Id="rId6" Type="http://schemas.microsoft.com/office/2007/relationships/media" Target="../media/media-21-5.mp4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10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9606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7424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0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1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8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8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3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3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96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97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98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9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3_def101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4_it102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3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5_def106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6_it107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08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0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7_def111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8_it112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3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4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5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9_def116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10_it117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18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19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0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1_def121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12_it122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3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4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5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3_def126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14_it127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28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29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0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5_def131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16_it132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ap_133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6" name="ah_13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8" name="ah_13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0" name="R17_wc136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7_w137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0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14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4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4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3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4" descr="/home/claude/lls-course/v2/cache/6B_2_people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155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5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5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5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00" dirty="0"/>
          </a:p>
        </p:txBody>
      </p:sp>
      <p:sp>
        <p:nvSpPr>
          <p:cNvPr id="28" name="bd_16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00" dirty="0"/>
          </a:p>
        </p:txBody>
      </p:sp>
      <p:sp>
        <p:nvSpPr>
          <p:cNvPr id="31" name="bd_16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6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00" dirty="0"/>
          </a:p>
        </p:txBody>
      </p:sp>
      <p:sp>
        <p:nvSpPr>
          <p:cNvPr id="34" name="bd_16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6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6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00" dirty="0"/>
          </a:p>
        </p:txBody>
      </p:sp>
      <p:sp>
        <p:nvSpPr>
          <p:cNvPr id="37" name="bd_17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00" dirty="0"/>
          </a:p>
        </p:txBody>
      </p:sp>
      <p:sp>
        <p:nvSpPr>
          <p:cNvPr id="40" name="bd_17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00" dirty="0"/>
          </a:p>
        </p:txBody>
      </p:sp>
      <p:sp>
        <p:nvSpPr>
          <p:cNvPr id="43" name="bd_17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7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7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00" dirty="0"/>
          </a:p>
        </p:txBody>
      </p:sp>
      <p:sp>
        <p:nvSpPr>
          <p:cNvPr id="46" name="bd_17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4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8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8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1" name="meta_19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9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19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19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8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8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850" dirty="0"/>
          </a:p>
        </p:txBody>
      </p:sp>
      <p:sp>
        <p:nvSpPr>
          <p:cNvPr id="19" name="ap_198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19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20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bd_2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2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100" dirty="0"/>
          </a:p>
        </p:txBody>
      </p:sp>
      <p:sp>
        <p:nvSpPr>
          <p:cNvPr id="26" name="R1_chip2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100" dirty="0"/>
          </a:p>
        </p:txBody>
      </p:sp>
      <p:sp>
        <p:nvSpPr>
          <p:cNvPr id="27" name="bd_2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2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100" dirty="0"/>
          </a:p>
        </p:txBody>
      </p:sp>
      <p:sp>
        <p:nvSpPr>
          <p:cNvPr id="29" name="R2_chip2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100" dirty="0"/>
          </a:p>
        </p:txBody>
      </p:sp>
      <p:sp>
        <p:nvSpPr>
          <p:cNvPr id="30" name="bd_2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2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100" dirty="0"/>
          </a:p>
        </p:txBody>
      </p:sp>
      <p:sp>
        <p:nvSpPr>
          <p:cNvPr id="32" name="R3_chip2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100" dirty="0"/>
          </a:p>
        </p:txBody>
      </p:sp>
      <p:sp>
        <p:nvSpPr>
          <p:cNvPr id="33" name="bd_2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2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100" dirty="0"/>
          </a:p>
        </p:txBody>
      </p:sp>
      <p:sp>
        <p:nvSpPr>
          <p:cNvPr id="35" name="R4_chip2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100" dirty="0"/>
          </a:p>
        </p:txBody>
      </p:sp>
      <p:sp>
        <p:nvSpPr>
          <p:cNvPr id="36" name="bd_2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2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100" dirty="0"/>
          </a:p>
        </p:txBody>
      </p:sp>
      <p:sp>
        <p:nvSpPr>
          <p:cNvPr id="38" name="R5_chip2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100" dirty="0"/>
          </a:p>
        </p:txBody>
      </p:sp>
      <p:sp>
        <p:nvSpPr>
          <p:cNvPr id="39" name="bd_2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gq_2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100" dirty="0"/>
          </a:p>
        </p:txBody>
      </p:sp>
      <p:sp>
        <p:nvSpPr>
          <p:cNvPr id="41" name="R6_chip2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3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2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3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34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35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20" name="ah_236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3" name="ah_237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5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6" name="lg_238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7" name="lg_239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8" name="lg_240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9" name="lg_241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30" name="lg_242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1" name="sq_243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2" name="R1_tag244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3" name="sq_245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4" name="R2_tag246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5" name="sq_247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6" name="R3_tag248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7" name="sq_249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8" name="R4_tag250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9" name="sq_251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40" name="R5_tag252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1" name="sq_253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2" name="R6_tag254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9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6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cmd_26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6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2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67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70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71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20" name="ah_272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273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lg_27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5" name="lg_27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6" name="lg_276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7" name="lg_277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8" name="lg_278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9" name="sq_279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30" name="R1_tag280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1" name="sq_281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2" name="R2_tag282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3" name="sq_283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4" name="R3_tag284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5" name="sq_285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6" name="R4_tag286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7" name="sq_287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8" name="R5_tag288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9" name="sq_289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0" name="R6_tag290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3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5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30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3" descr="/home/claude/lls-course/v2/cache/4a2_meet_par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0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800" dirty="0"/>
          </a:p>
        </p:txBody>
      </p:sp>
      <p:sp>
        <p:nvSpPr>
          <p:cNvPr id="20" name="R1_qb30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1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1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1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18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0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2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5" name="cd_328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31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mangiarsi (le unghie)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 · stomaco · dita dei piedi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fischiare · labbra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fissare · indicare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applaudire · annuire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 · spalle</a:t>
            </a:r>
            <a:endParaRPr lang="en-US" sz="1000" dirty="0"/>
          </a:p>
        </p:txBody>
      </p:sp>
      <p:sp>
        <p:nvSpPr>
          <p:cNvPr id="19" name="R1_sb332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3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50" dirty="0"/>
          </a:p>
        </p:txBody>
      </p:sp>
      <p:sp>
        <p:nvSpPr>
          <p:cNvPr id="21" name="R2_sb334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35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200" dirty="0"/>
          </a:p>
        </p:txBody>
      </p:sp>
      <p:sp>
        <p:nvSpPr>
          <p:cNvPr id="23" name="R3_sb336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37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5" name="R4_sb338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39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200" dirty="0"/>
          </a:p>
        </p:txBody>
      </p:sp>
      <p:sp>
        <p:nvSpPr>
          <p:cNvPr id="27" name="R5_sb340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41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29" name="R6_sb342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3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6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4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48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4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5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35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850" dirty="0"/>
          </a:p>
        </p:txBody>
      </p:sp>
      <p:pic>
        <p:nvPicPr>
          <p:cNvPr id="12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5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56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57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58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59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60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61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2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3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4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67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37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7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7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78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79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80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81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82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83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84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5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86" descr="/home/claude/lls-course/v2/cache/6B_2_colin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5" name="cd_38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8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8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9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3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9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Books open p.63.</a:t>
            </a:r>
            <a:endParaRPr lang="en-US" sz="1250" dirty="0"/>
          </a:p>
        </p:txBody>
      </p:sp>
      <p:sp>
        <p:nvSpPr>
          <p:cNvPr id="8" name="insIT_3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Libri aperti p.63.</a:t>
            </a:r>
            <a:endParaRPr lang="en-US" sz="950" dirty="0"/>
          </a:p>
        </p:txBody>
      </p:sp>
      <p:sp>
        <p:nvSpPr>
          <p:cNvPr id="9" name="cmd_39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9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0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4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40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0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0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9" name="pf_40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08" descr="/home/claude/lls-course/v2/cache/6B_2_coli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0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1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experience does Danish Sheikh have?</a:t>
            </a:r>
            <a:endParaRPr lang="en-US" sz="1150" dirty="0"/>
          </a:p>
        </p:txBody>
      </p:sp>
      <p:sp>
        <p:nvSpPr>
          <p:cNvPr id="23" name="R1_chip41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1000" dirty="0"/>
          </a:p>
        </p:txBody>
      </p:sp>
      <p:sp>
        <p:nvSpPr>
          <p:cNvPr id="24" name="bd_41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1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he successful?</a:t>
            </a:r>
            <a:endParaRPr lang="en-US" sz="1150" dirty="0"/>
          </a:p>
        </p:txBody>
      </p:sp>
      <p:sp>
        <p:nvSpPr>
          <p:cNvPr id="26" name="R2_chip41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1000" dirty="0"/>
          </a:p>
        </p:txBody>
      </p:sp>
      <p:sp>
        <p:nvSpPr>
          <p:cNvPr id="27" name="bd_41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1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he do yesterday? Why?</a:t>
            </a:r>
            <a:endParaRPr lang="en-US" sz="1150" dirty="0"/>
          </a:p>
        </p:txBody>
      </p:sp>
      <p:sp>
        <p:nvSpPr>
          <p:cNvPr id="29" name="R3_chip41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850" dirty="0"/>
          </a:p>
        </p:txBody>
      </p:sp>
      <p:sp>
        <p:nvSpPr>
          <p:cNvPr id="30" name="bd_41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1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problems does Colin have?</a:t>
            </a:r>
            <a:endParaRPr lang="en-US" sz="1150" dirty="0"/>
          </a:p>
        </p:txBody>
      </p:sp>
      <p:sp>
        <p:nvSpPr>
          <p:cNvPr id="32" name="R4_chip42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4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433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il_436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437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20" name="ah_43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43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lg_44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5" name="lg_44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6" name="sq_442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200" dirty="0"/>
          </a:p>
        </p:txBody>
      </p:sp>
      <p:sp>
        <p:nvSpPr>
          <p:cNvPr id="27" name="R1_tag443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8" name="sq_444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200" dirty="0"/>
          </a:p>
        </p:txBody>
      </p:sp>
      <p:sp>
        <p:nvSpPr>
          <p:cNvPr id="29" name="R2_tag445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0" name="sq_446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200" dirty="0"/>
          </a:p>
        </p:txBody>
      </p:sp>
      <p:sp>
        <p:nvSpPr>
          <p:cNvPr id="31" name="R3_tag447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2" name="sq_448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50" dirty="0"/>
          </a:p>
        </p:txBody>
      </p:sp>
      <p:sp>
        <p:nvSpPr>
          <p:cNvPr id="33" name="R4_tag449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4" name="sq_450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200" dirty="0"/>
          </a:p>
        </p:txBody>
      </p:sp>
      <p:sp>
        <p:nvSpPr>
          <p:cNvPr id="35" name="R5_tag451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6" name="sq_452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200" dirty="0"/>
          </a:p>
        </p:txBody>
      </p:sp>
      <p:sp>
        <p:nvSpPr>
          <p:cNvPr id="37" name="R6_tag453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8" name="sq_454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200" dirty="0"/>
          </a:p>
        </p:txBody>
      </p:sp>
      <p:sp>
        <p:nvSpPr>
          <p:cNvPr id="39" name="R7_tag455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40" name="sq_456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200" dirty="0"/>
          </a:p>
        </p:txBody>
      </p:sp>
      <p:sp>
        <p:nvSpPr>
          <p:cNvPr id="41" name="R8_tag457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2" name="sq_458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200" dirty="0"/>
          </a:p>
        </p:txBody>
      </p:sp>
      <p:sp>
        <p:nvSpPr>
          <p:cNvPr id="43" name="R9_tag459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4" name="sq_460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200" dirty="0"/>
          </a:p>
        </p:txBody>
      </p:sp>
      <p:sp>
        <p:nvSpPr>
          <p:cNvPr id="45" name="R10_tag461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6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6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7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2" name="logo_4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7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7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6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7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78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9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80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481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48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6" name="R1_chip48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7" name="gq_48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8" name="R2_chip48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9" name="gq_48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30" name="R3_chip48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1" name="gq_48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2" name="R4_chip48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92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94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9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9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9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5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50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50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50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50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6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50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0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0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510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511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7" name="R1_chip512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8" name="gq_513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9" name="R2_chip514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30" name="gq_515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1" name="R3_chip516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19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21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3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50" dirty="0"/>
          </a:p>
        </p:txBody>
      </p:sp>
      <p:sp>
        <p:nvSpPr>
          <p:cNvPr id="18" name="st_53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3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3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100" dirty="0"/>
          </a:p>
        </p:txBody>
      </p:sp>
      <p:sp>
        <p:nvSpPr>
          <p:cNvPr id="21" name="R1_chip53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100" dirty="0"/>
          </a:p>
        </p:txBody>
      </p:sp>
      <p:sp>
        <p:nvSpPr>
          <p:cNvPr id="22" name="bd_53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3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100" dirty="0"/>
          </a:p>
        </p:txBody>
      </p:sp>
      <p:sp>
        <p:nvSpPr>
          <p:cNvPr id="24" name="R2_chip53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100" dirty="0"/>
          </a:p>
        </p:txBody>
      </p:sp>
      <p:sp>
        <p:nvSpPr>
          <p:cNvPr id="25" name="bd_53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4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100" dirty="0"/>
          </a:p>
        </p:txBody>
      </p:sp>
      <p:sp>
        <p:nvSpPr>
          <p:cNvPr id="27" name="R3_chip54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100" dirty="0"/>
          </a:p>
        </p:txBody>
      </p:sp>
      <p:sp>
        <p:nvSpPr>
          <p:cNvPr id="28" name="bd_54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4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100" dirty="0"/>
          </a:p>
        </p:txBody>
      </p:sp>
      <p:sp>
        <p:nvSpPr>
          <p:cNvPr id="30" name="R4_chip54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100" dirty="0"/>
          </a:p>
        </p:txBody>
      </p:sp>
      <p:sp>
        <p:nvSpPr>
          <p:cNvPr id="31" name="bd_54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4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100" dirty="0"/>
          </a:p>
        </p:txBody>
      </p:sp>
      <p:sp>
        <p:nvSpPr>
          <p:cNvPr id="33" name="R5_chip54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100" dirty="0"/>
          </a:p>
        </p:txBody>
      </p:sp>
      <p:sp>
        <p:nvSpPr>
          <p:cNvPr id="34" name="bd_54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4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100" dirty="0"/>
          </a:p>
        </p:txBody>
      </p:sp>
      <p:sp>
        <p:nvSpPr>
          <p:cNvPr id="36" name="R6_chip55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53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55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5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5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6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63" descr="/home/claude/lls-course/v2/cache/6B_2_colin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6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6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6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750" dirty="0"/>
          </a:p>
        </p:txBody>
      </p:sp>
      <p:sp>
        <p:nvSpPr>
          <p:cNvPr id="20" name="R1_qb56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6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250" dirty="0"/>
          </a:p>
        </p:txBody>
      </p:sp>
      <p:sp>
        <p:nvSpPr>
          <p:cNvPr id="22" name="R2_qb57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7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250" dirty="0"/>
          </a:p>
        </p:txBody>
      </p:sp>
      <p:sp>
        <p:nvSpPr>
          <p:cNvPr id="24" name="R3_qb57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7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250" dirty="0"/>
          </a:p>
        </p:txBody>
      </p:sp>
      <p:sp>
        <p:nvSpPr>
          <p:cNvPr id="26" name="R4_qb57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7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8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8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82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83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8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8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58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59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9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592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9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9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95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96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0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0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0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0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0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6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0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1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1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1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1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1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1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1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1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1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2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2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2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2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2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2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2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2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31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3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0" name="meta_63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3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64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41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42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43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44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800" dirty="0"/>
          </a:p>
        </p:txBody>
      </p:sp>
      <p:sp>
        <p:nvSpPr>
          <p:cNvPr id="20" name="vq_645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46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47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8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49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50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51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52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5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57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66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1" name="meta_66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66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3" name="logo_6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66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666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67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68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669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800" dirty="0"/>
          </a:p>
        </p:txBody>
      </p:sp>
      <p:sp>
        <p:nvSpPr>
          <p:cNvPr id="21" name="vq_670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71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72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73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74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75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76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77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8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82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68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8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6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8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9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9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9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9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7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7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7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7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7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750" dirty="0"/>
          </a:p>
        </p:txBody>
      </p:sp>
      <p:sp>
        <p:nvSpPr>
          <p:cNvPr id="19" name="st_69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95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96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100" dirty="0"/>
          </a:p>
        </p:txBody>
      </p:sp>
      <p:sp>
        <p:nvSpPr>
          <p:cNvPr id="22" name="R1_chip697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100" dirty="0"/>
          </a:p>
        </p:txBody>
      </p:sp>
      <p:sp>
        <p:nvSpPr>
          <p:cNvPr id="23" name="bd_698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9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100" dirty="0"/>
          </a:p>
        </p:txBody>
      </p:sp>
      <p:sp>
        <p:nvSpPr>
          <p:cNvPr id="25" name="R2_chip700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100" dirty="0"/>
          </a:p>
        </p:txBody>
      </p:sp>
      <p:sp>
        <p:nvSpPr>
          <p:cNvPr id="26" name="bd_701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02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100" dirty="0"/>
          </a:p>
        </p:txBody>
      </p:sp>
      <p:sp>
        <p:nvSpPr>
          <p:cNvPr id="28" name="R3_chip703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2026-10-15T08:40:11Z</dcterms:created>
  <dcterms:modified xsi:type="dcterms:W3CDTF">2026-10-15T08:40:11Z</dcterms:modified>
</cp:coreProperties>
</file>