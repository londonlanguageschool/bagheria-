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24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25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3" name="logo_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5" name="pf_29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30" descr="/home/claude/lls-course/v2/cache/6B_2_people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7" name="cd_31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32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9" name="ih_33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20" name="il_34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1" name="kw_35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3246120" y="1783080"/>
            <a:ext cx="188823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5225796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6163056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692658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786384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7" name="w_41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200" dirty="0"/>
          </a:p>
        </p:txBody>
      </p:sp>
      <p:sp>
        <p:nvSpPr>
          <p:cNvPr id="28" name="lv_42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30" name="lv_44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1" name="cd_45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100" dirty="0"/>
          </a:p>
        </p:txBody>
      </p:sp>
      <p:sp>
        <p:nvSpPr>
          <p:cNvPr id="33" name="R1_rl47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00" dirty="0"/>
          </a:p>
        </p:txBody>
      </p:sp>
      <p:sp>
        <p:nvSpPr>
          <p:cNvPr id="34" name="cd_48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49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100" dirty="0"/>
          </a:p>
        </p:txBody>
      </p:sp>
      <p:sp>
        <p:nvSpPr>
          <p:cNvPr id="36" name="R2_rl50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5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5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8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9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62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5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50" dirty="0"/>
          </a:p>
        </p:txBody>
      </p:sp>
      <p:sp>
        <p:nvSpPr>
          <p:cNvPr id="18" name="st_66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200" dirty="0"/>
          </a:p>
        </p:txBody>
      </p:sp>
      <p:sp>
        <p:nvSpPr>
          <p:cNvPr id="22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200" dirty="0"/>
          </a:p>
        </p:txBody>
      </p:sp>
      <p:sp>
        <p:nvSpPr>
          <p:cNvPr id="25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200" dirty="0"/>
          </a:p>
        </p:txBody>
      </p:sp>
      <p:sp>
        <p:nvSpPr>
          <p:cNvPr id="28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200" dirty="0"/>
          </a:p>
        </p:txBody>
      </p:sp>
      <p:sp>
        <p:nvSpPr>
          <p:cNvPr id="31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200" dirty="0"/>
          </a:p>
        </p:txBody>
      </p:sp>
      <p:sp>
        <p:nvSpPr>
          <p:cNvPr id="34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9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9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950" dirty="0"/>
          </a:p>
        </p:txBody>
      </p:sp>
      <p:sp>
        <p:nvSpPr>
          <p:cNvPr id="11" name="meta_9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4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3" name="logo_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7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100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101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102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03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4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5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6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7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10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11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12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13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4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5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6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7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8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9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20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21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22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23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4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5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6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7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8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9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30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31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32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33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4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5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6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7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13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140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141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4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5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53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6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7"/>
          <p:cNvSpPr/>
          <p:nvPr/>
        </p:nvSpPr>
        <p:spPr>
          <a:xfrm rot="-90000">
            <a:off x="365760" y="2368296"/>
            <a:ext cx="2606040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8" descr="/home/claude/lls-course/v2/cache/6B_2_people_jpg_605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414016"/>
            <a:ext cx="2514600" cy="1655064"/>
          </a:xfrm>
          <a:prstGeom prst="rect">
            <a:avLst/>
          </a:prstGeom>
        </p:spPr>
      </p:pic>
      <p:sp>
        <p:nvSpPr>
          <p:cNvPr id="20" name="ap_159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6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6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62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63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4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50" dirty="0"/>
          </a:p>
        </p:txBody>
      </p:sp>
      <p:sp>
        <p:nvSpPr>
          <p:cNvPr id="28" name="bd_165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6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7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50" dirty="0"/>
          </a:p>
        </p:txBody>
      </p:sp>
      <p:sp>
        <p:nvSpPr>
          <p:cNvPr id="31" name="bd_168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9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70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50" dirty="0"/>
          </a:p>
        </p:txBody>
      </p:sp>
      <p:sp>
        <p:nvSpPr>
          <p:cNvPr id="34" name="bd_171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72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73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50" dirty="0"/>
          </a:p>
        </p:txBody>
      </p:sp>
      <p:sp>
        <p:nvSpPr>
          <p:cNvPr id="37" name="bd_174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5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6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50" dirty="0"/>
          </a:p>
        </p:txBody>
      </p:sp>
      <p:sp>
        <p:nvSpPr>
          <p:cNvPr id="40" name="bd_1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8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9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50" dirty="0"/>
          </a:p>
        </p:txBody>
      </p:sp>
      <p:sp>
        <p:nvSpPr>
          <p:cNvPr id="43" name="bd_180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81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82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50" dirty="0"/>
          </a:p>
        </p:txBody>
      </p:sp>
      <p:sp>
        <p:nvSpPr>
          <p:cNvPr id="46" name="bd_183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4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5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9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9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193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1" name="meta_194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95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3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8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2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201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9" name="ap_202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20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0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20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20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250" dirty="0"/>
          </a:p>
        </p:txBody>
      </p:sp>
      <p:sp>
        <p:nvSpPr>
          <p:cNvPr id="26" name="R1_chip20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200" dirty="0"/>
          </a:p>
        </p:txBody>
      </p:sp>
      <p:sp>
        <p:nvSpPr>
          <p:cNvPr id="27" name="bd_20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20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250" dirty="0"/>
          </a:p>
        </p:txBody>
      </p:sp>
      <p:sp>
        <p:nvSpPr>
          <p:cNvPr id="29" name="R2_chip21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200" dirty="0"/>
          </a:p>
        </p:txBody>
      </p:sp>
      <p:sp>
        <p:nvSpPr>
          <p:cNvPr id="30" name="bd_21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21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250" dirty="0"/>
          </a:p>
        </p:txBody>
      </p:sp>
      <p:sp>
        <p:nvSpPr>
          <p:cNvPr id="32" name="R3_chip21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200" dirty="0"/>
          </a:p>
        </p:txBody>
      </p:sp>
      <p:sp>
        <p:nvSpPr>
          <p:cNvPr id="33" name="bd_21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21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250" dirty="0"/>
          </a:p>
        </p:txBody>
      </p:sp>
      <p:sp>
        <p:nvSpPr>
          <p:cNvPr id="35" name="R4_chip21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200" dirty="0"/>
          </a:p>
        </p:txBody>
      </p:sp>
      <p:sp>
        <p:nvSpPr>
          <p:cNvPr id="36" name="bd_21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21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250" dirty="0"/>
          </a:p>
        </p:txBody>
      </p:sp>
      <p:sp>
        <p:nvSpPr>
          <p:cNvPr id="38" name="R5_chip21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200" dirty="0"/>
          </a:p>
        </p:txBody>
      </p:sp>
      <p:sp>
        <p:nvSpPr>
          <p:cNvPr id="39" name="bd_22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22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250" dirty="0"/>
          </a:p>
        </p:txBody>
      </p:sp>
      <p:sp>
        <p:nvSpPr>
          <p:cNvPr id="41" name="R6_chip22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7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230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950" dirty="0"/>
          </a:p>
        </p:txBody>
      </p:sp>
      <p:sp>
        <p:nvSpPr>
          <p:cNvPr id="11" name="meta_231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32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35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ap_238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19" name="ah_239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2" name="ah_240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lg_24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6" name="lg_24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7" name="lg_24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8" name="lg_24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9" name="lg_245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0" name="sq_246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1" name="R1_tag247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2" name="sq_248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3" name="R2_tag249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4" name="sq_250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5" name="R3_tag251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6" name="sq_252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7" name="R4_tag253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8" name="sq_254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9" name="R5_tag255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0" name="sq_256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1" name="R6_tag257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6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6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950" dirty="0"/>
          </a:p>
        </p:txBody>
      </p:sp>
      <p:sp>
        <p:nvSpPr>
          <p:cNvPr id="10" name="cmd_26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26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7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70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ap_273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19" name="ah_27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7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27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4" name="lg_27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5" name="lg_278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6" name="lg_279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7" name="lg_280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8" name="sq_281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9" name="R1_tag282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0" name="sq_283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1" name="R2_tag284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2" name="sq_285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3" name="R3_tag286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4" name="sq_287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5" name="R4_tag288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6" name="sq_289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7" name="R5_tag290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8" name="sq_291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9" name="R6_tag292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7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00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01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304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5" descr="/home/claude/lls-course/v2/cache/4a2_meet_parents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6" name="cd_30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1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1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1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1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1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2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cmd_32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32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27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pf_330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331" descr="/home/claude/lls-course/v2/cache/6B_2_people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7" name="cd_332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333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9" name="ih_334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20" name="il_335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mangiarsi (le unghie)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ginocchia · stomaco · dita dei piedi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fischiare · labbra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fissare · indicare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applaudire · annuire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mento · spalle</a:t>
            </a:r>
            <a:endParaRPr lang="en-US" sz="750" dirty="0"/>
          </a:p>
        </p:txBody>
      </p:sp>
      <p:sp>
        <p:nvSpPr>
          <p:cNvPr id="21" name="R1_sb336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R1_sl337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00" dirty="0"/>
          </a:p>
        </p:txBody>
      </p:sp>
      <p:sp>
        <p:nvSpPr>
          <p:cNvPr id="23" name="R2_sb338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R2_sl339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150" dirty="0"/>
          </a:p>
        </p:txBody>
      </p:sp>
      <p:sp>
        <p:nvSpPr>
          <p:cNvPr id="25" name="R3_sb340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R3_sl341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7" name="R4_sb342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R4_sl343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150" dirty="0"/>
          </a:p>
        </p:txBody>
      </p:sp>
      <p:sp>
        <p:nvSpPr>
          <p:cNvPr id="29" name="R5_sb344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R5_sl345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31" name="R6_sb346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R6_sl347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5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52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5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5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950" dirty="0"/>
          </a:p>
        </p:txBody>
      </p:sp>
      <p:pic>
        <p:nvPicPr>
          <p:cNvPr id="12" name="logo_3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9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60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61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62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63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64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65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6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7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8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71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7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7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376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7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8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8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82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83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84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85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6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7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8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9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90" descr="/home/claude/lls-course/v2/cache/6B_2_colin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5" name="cd_39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9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9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9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7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The article is on the last slide.</a:t>
            </a:r>
            <a:endParaRPr lang="en-US" sz="1250" dirty="0"/>
          </a:p>
        </p:txBody>
      </p:sp>
      <p:sp>
        <p:nvSpPr>
          <p:cNvPr id="8" name="insIT_40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L'articolo è nella slide precedente.</a:t>
            </a:r>
            <a:endParaRPr lang="en-US" sz="950" dirty="0"/>
          </a:p>
        </p:txBody>
      </p:sp>
      <p:sp>
        <p:nvSpPr>
          <p:cNvPr id="9" name="cmd_40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cmd_40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40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04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3" name="logo_4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407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0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10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9" name="pf_411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12" descr="/home/claude/lls-course/v2/cache/6B_2_colin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21" name="bd_413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14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3" name="R1_chip415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900" dirty="0"/>
          </a:p>
        </p:txBody>
      </p:sp>
      <p:sp>
        <p:nvSpPr>
          <p:cNvPr id="24" name="bd_416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17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6" name="R2_chip418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900" dirty="0"/>
          </a:p>
        </p:txBody>
      </p:sp>
      <p:sp>
        <p:nvSpPr>
          <p:cNvPr id="27" name="bd_419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20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9" name="R3_chip421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900" dirty="0"/>
          </a:p>
        </p:txBody>
      </p:sp>
      <p:sp>
        <p:nvSpPr>
          <p:cNvPr id="30" name="bd_422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23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2" name="R4_chip424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7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3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43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43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34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4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37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3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3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ap_440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19" name="ah_44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44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443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4" name="lg_444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5" name="sq_445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100" dirty="0"/>
          </a:p>
        </p:txBody>
      </p:sp>
      <p:sp>
        <p:nvSpPr>
          <p:cNvPr id="26" name="R1_tag446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7" name="sq_447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100" dirty="0"/>
          </a:p>
        </p:txBody>
      </p:sp>
      <p:sp>
        <p:nvSpPr>
          <p:cNvPr id="28" name="R2_tag448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9" name="sq_449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100" dirty="0"/>
          </a:p>
        </p:txBody>
      </p:sp>
      <p:sp>
        <p:nvSpPr>
          <p:cNvPr id="30" name="R3_tag450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1" name="sq_451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00" dirty="0"/>
          </a:p>
        </p:txBody>
      </p:sp>
      <p:sp>
        <p:nvSpPr>
          <p:cNvPr id="32" name="R4_tag452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3" name="sq_453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100" dirty="0"/>
          </a:p>
        </p:txBody>
      </p:sp>
      <p:sp>
        <p:nvSpPr>
          <p:cNvPr id="34" name="R5_tag454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5" name="sq_455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100" dirty="0"/>
          </a:p>
        </p:txBody>
      </p:sp>
      <p:sp>
        <p:nvSpPr>
          <p:cNvPr id="36" name="R6_tag456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7" name="sq_457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100" dirty="0"/>
          </a:p>
        </p:txBody>
      </p:sp>
      <p:sp>
        <p:nvSpPr>
          <p:cNvPr id="38" name="R7_tag458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9" name="sq_459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100" dirty="0"/>
          </a:p>
        </p:txBody>
      </p:sp>
      <p:sp>
        <p:nvSpPr>
          <p:cNvPr id="40" name="R8_tag460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1" name="sq_461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100" dirty="0"/>
          </a:p>
        </p:txBody>
      </p:sp>
      <p:sp>
        <p:nvSpPr>
          <p:cNvPr id="42" name="R9_tag462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3" name="sq_463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100" dirty="0"/>
          </a:p>
        </p:txBody>
      </p:sp>
      <p:sp>
        <p:nvSpPr>
          <p:cNvPr id="44" name="R10_tag464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67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9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7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7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7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7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7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80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8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8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8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48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8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8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8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8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9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9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94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9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49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50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501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3" name="logo_5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50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50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0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0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8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0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1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1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gq_51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6" name="R1_chip51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7" name="gq_51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8" name="R2_chip51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9" name="gq_51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0" name="R3_chip51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20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22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2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2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9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32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00" dirty="0"/>
          </a:p>
        </p:txBody>
      </p:sp>
      <p:sp>
        <p:nvSpPr>
          <p:cNvPr id="18" name="st_533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3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3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250" dirty="0"/>
          </a:p>
        </p:txBody>
      </p:sp>
      <p:sp>
        <p:nvSpPr>
          <p:cNvPr id="21" name="R1_chip53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200" dirty="0"/>
          </a:p>
        </p:txBody>
      </p:sp>
      <p:sp>
        <p:nvSpPr>
          <p:cNvPr id="22" name="bd_53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3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250" dirty="0"/>
          </a:p>
        </p:txBody>
      </p:sp>
      <p:sp>
        <p:nvSpPr>
          <p:cNvPr id="24" name="R2_chip53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200" dirty="0"/>
          </a:p>
        </p:txBody>
      </p:sp>
      <p:sp>
        <p:nvSpPr>
          <p:cNvPr id="25" name="bd_54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4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250" dirty="0"/>
          </a:p>
        </p:txBody>
      </p:sp>
      <p:sp>
        <p:nvSpPr>
          <p:cNvPr id="27" name="R3_chip54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200" dirty="0"/>
          </a:p>
        </p:txBody>
      </p:sp>
      <p:sp>
        <p:nvSpPr>
          <p:cNvPr id="28" name="bd_54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4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250" dirty="0"/>
          </a:p>
        </p:txBody>
      </p:sp>
      <p:sp>
        <p:nvSpPr>
          <p:cNvPr id="30" name="R4_chip54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200" dirty="0"/>
          </a:p>
        </p:txBody>
      </p:sp>
      <p:sp>
        <p:nvSpPr>
          <p:cNvPr id="31" name="bd_54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4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50" dirty="0"/>
          </a:p>
        </p:txBody>
      </p:sp>
      <p:sp>
        <p:nvSpPr>
          <p:cNvPr id="33" name="R5_chip54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200" dirty="0"/>
          </a:p>
        </p:txBody>
      </p:sp>
      <p:sp>
        <p:nvSpPr>
          <p:cNvPr id="34" name="bd_54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5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250" dirty="0"/>
          </a:p>
        </p:txBody>
      </p:sp>
      <p:sp>
        <p:nvSpPr>
          <p:cNvPr id="36" name="R6_chip55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54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56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5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5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6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63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64" descr="/home/claude/lls-course/v2/cache/6B_2_colin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6" name="cd_565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6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67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68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1150" dirty="0"/>
          </a:p>
        </p:txBody>
      </p:sp>
      <p:sp>
        <p:nvSpPr>
          <p:cNvPr id="20" name="R1_qb56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7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150" dirty="0"/>
          </a:p>
        </p:txBody>
      </p:sp>
      <p:sp>
        <p:nvSpPr>
          <p:cNvPr id="22" name="R2_qb57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7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150" dirty="0"/>
          </a:p>
        </p:txBody>
      </p:sp>
      <p:sp>
        <p:nvSpPr>
          <p:cNvPr id="24" name="R3_qb57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7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150" dirty="0"/>
          </a:p>
        </p:txBody>
      </p:sp>
      <p:sp>
        <p:nvSpPr>
          <p:cNvPr id="26" name="R4_qb57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7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8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8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84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8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8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8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9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9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9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93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9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9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96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97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0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0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0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60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0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6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1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1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1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1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1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1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1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1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1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2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21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22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23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24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25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26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27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28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9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32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34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637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8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4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42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43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44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5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700" dirty="0"/>
          </a:p>
        </p:txBody>
      </p:sp>
      <p:sp>
        <p:nvSpPr>
          <p:cNvPr id="20" name="vq_646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7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8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9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50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51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52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53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8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66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1" name="meta_66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663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3" name="logo_6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66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667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68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69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70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700" dirty="0"/>
          </a:p>
        </p:txBody>
      </p:sp>
      <p:sp>
        <p:nvSpPr>
          <p:cNvPr id="21" name="vq_671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72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73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74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75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76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77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78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8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8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8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8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86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7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9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9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9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9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9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850" dirty="0"/>
          </a:p>
        </p:txBody>
      </p:sp>
      <p:sp>
        <p:nvSpPr>
          <p:cNvPr id="19" name="bd_695"/>
          <p:cNvSpPr/>
          <p:nvPr/>
        </p:nvSpPr>
        <p:spPr>
          <a:xfrm>
            <a:off x="3246120" y="1572768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96"/>
          <p:cNvSpPr/>
          <p:nvPr/>
        </p:nvSpPr>
        <p:spPr>
          <a:xfrm>
            <a:off x="3657600" y="1417320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250" dirty="0"/>
          </a:p>
        </p:txBody>
      </p:sp>
      <p:sp>
        <p:nvSpPr>
          <p:cNvPr id="21" name="R1_chip697"/>
          <p:cNvSpPr/>
          <p:nvPr/>
        </p:nvSpPr>
        <p:spPr>
          <a:xfrm>
            <a:off x="6263640" y="14173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200" dirty="0"/>
          </a:p>
        </p:txBody>
      </p:sp>
      <p:sp>
        <p:nvSpPr>
          <p:cNvPr id="22" name="bd_698"/>
          <p:cNvSpPr/>
          <p:nvPr/>
        </p:nvSpPr>
        <p:spPr>
          <a:xfrm>
            <a:off x="3246120" y="22768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99"/>
          <p:cNvSpPr/>
          <p:nvPr/>
        </p:nvSpPr>
        <p:spPr>
          <a:xfrm>
            <a:off x="3657600" y="2121408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250" dirty="0"/>
          </a:p>
        </p:txBody>
      </p:sp>
      <p:sp>
        <p:nvSpPr>
          <p:cNvPr id="24" name="R2_chip700"/>
          <p:cNvSpPr/>
          <p:nvPr/>
        </p:nvSpPr>
        <p:spPr>
          <a:xfrm>
            <a:off x="6263640" y="212140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200" dirty="0"/>
          </a:p>
        </p:txBody>
      </p:sp>
      <p:sp>
        <p:nvSpPr>
          <p:cNvPr id="25" name="bd_701"/>
          <p:cNvSpPr/>
          <p:nvPr/>
        </p:nvSpPr>
        <p:spPr>
          <a:xfrm>
            <a:off x="3246120" y="298094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2"/>
          <p:cNvSpPr/>
          <p:nvPr/>
        </p:nvSpPr>
        <p:spPr>
          <a:xfrm>
            <a:off x="3657600" y="2825496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250" dirty="0"/>
          </a:p>
        </p:txBody>
      </p:sp>
      <p:sp>
        <p:nvSpPr>
          <p:cNvPr id="27" name="R3_chip703"/>
          <p:cNvSpPr/>
          <p:nvPr/>
        </p:nvSpPr>
        <p:spPr>
          <a:xfrm>
            <a:off x="6263640" y="2825496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2026-10-19T07:15:51Z</dcterms:created>
  <dcterms:modified xsi:type="dcterms:W3CDTF">2026-10-19T07:15:51Z</dcterms:modified>
</cp:coreProperties>
</file>