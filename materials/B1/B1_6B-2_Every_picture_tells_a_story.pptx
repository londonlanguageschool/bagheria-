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audio" Target="../media/media-13-5.mp3"/><Relationship Id="rId6" Type="http://schemas.microsoft.com/office/2007/relationships/media" Target="../media/media-13-5.mp3"/><Relationship Id="rId7" Type="http://schemas.openxmlformats.org/officeDocument/2006/relationships/image" Target="../media/image-13-7.png"/><Relationship Id="rId8" Type="http://schemas.openxmlformats.org/officeDocument/2006/relationships/audio" Target="../media/media-13-8.mp3"/><Relationship Id="rId9" Type="http://schemas.microsoft.com/office/2007/relationships/media" Target="../media/media-13-8.mp3"/><Relationship Id="rId10" Type="http://schemas.openxmlformats.org/officeDocument/2006/relationships/image" Target="../media/image-1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video" Target="../media/media-19-5.mp4"/><Relationship Id="rId6" Type="http://schemas.microsoft.com/office/2007/relationships/media" Target="../media/media-19-5.mp4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video" Target="../media/media-20-5.mp4"/><Relationship Id="rId6" Type="http://schemas.microsoft.com/office/2007/relationships/media" Target="../media/media-20-5.mp4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🖐️  learn parts of the body and body verbs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'two sounds in one': bike, train, phone…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  read and listen: can you LEARN charisma?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🎭  play a body-language mime game</a:t>
            </a:r>
            <a:endParaRPr lang="en-US" sz="12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6B_2_people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 part 1: Every picture tells a story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Deduction: must · might · can't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64134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9606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7424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36879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61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sentence.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write the correct sentence.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= 1 point. 'Correct' a correct sentence = –1!</a:t>
            </a:r>
            <a:endParaRPr lang="en-US" sz="1150" dirty="0"/>
          </a:p>
        </p:txBody>
      </p:sp>
      <p:sp>
        <p:nvSpPr>
          <p:cNvPr id="18" name="st_6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10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422392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8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8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90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3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5" name="cd_93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9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7" name="en_9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8" name="R1_def96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9" name="R2_it97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20" name="cd_98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9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2" name="en_10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3" name="R1_def101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4" name="R2_it102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5" name="cd_103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0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7" name="en_10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8" name="R1_def106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9" name="R2_it107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30" name="cd_108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09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2" name="en_110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3" name="R1_def111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4" name="R2_it112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5" name="cd_113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114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7" name="en_115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8" name="R1_def116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9" name="R2_it117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40" name="cd_118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19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2" name="en_120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3" name="R1_def121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4" name="R2_it122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5" name="cd_123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24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7" name="en_125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8" name="R1_def126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9" name="R2_it127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50" name="cd_128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29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2" name="en_130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3" name="R1_def131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4" name="R2_it132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5" name="R2_wc133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6" name="R2_w134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3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37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3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335524" cy="402336"/>
          </a:xfrm>
          <a:prstGeom prst="rect">
            <a:avLst/>
          </a:prstGeom>
        </p:spPr>
      </p:pic>
      <p:sp>
        <p:nvSpPr>
          <p:cNvPr id="7" name="ins_139"/>
          <p:cNvSpPr/>
          <p:nvPr/>
        </p:nvSpPr>
        <p:spPr>
          <a:xfrm>
            <a:off x="1353312" y="731520"/>
            <a:ext cx="50794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14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14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4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4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4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4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4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bite → your teeth (mordere)</a:t>
            </a:r>
            <a:endParaRPr lang="en-US" sz="1050" dirty="0"/>
          </a:p>
        </p:txBody>
      </p:sp>
      <p:sp>
        <p:nvSpPr>
          <p:cNvPr id="18" name="pf_150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1" descr="/home/claude/lls-course/v2/cache/6B_2_people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152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53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4" name="bd_154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q_155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6" name="R1_chip156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00" dirty="0"/>
          </a:p>
        </p:txBody>
      </p:sp>
      <p:sp>
        <p:nvSpPr>
          <p:cNvPr id="27" name="bd_157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q_158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29" name="R2_chip159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00" dirty="0"/>
          </a:p>
        </p:txBody>
      </p:sp>
      <p:sp>
        <p:nvSpPr>
          <p:cNvPr id="30" name="bd_160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q_161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2" name="R3_chip162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00" dirty="0"/>
          </a:p>
        </p:txBody>
      </p:sp>
      <p:sp>
        <p:nvSpPr>
          <p:cNvPr id="33" name="bd_163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q_164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5" name="R4_chip165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00" dirty="0"/>
          </a:p>
        </p:txBody>
      </p:sp>
      <p:sp>
        <p:nvSpPr>
          <p:cNvPr id="36" name="bd_166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q_167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8" name="R5_chip168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00" dirty="0"/>
          </a:p>
        </p:txBody>
      </p:sp>
      <p:sp>
        <p:nvSpPr>
          <p:cNvPr id="39" name="bd_169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0" name="q_170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1" name="R6_chip171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00" dirty="0"/>
          </a:p>
        </p:txBody>
      </p:sp>
      <p:sp>
        <p:nvSpPr>
          <p:cNvPr id="42" name="bd_172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3" name="q_173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4" name="R7_chip174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00" dirty="0"/>
          </a:p>
        </p:txBody>
      </p:sp>
      <p:sp>
        <p:nvSpPr>
          <p:cNvPr id="45" name="bd_175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6" name="q_176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7" name="R8_chip177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0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82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8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8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85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1" name="meta_186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2" name="tag_187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3" name="logo_1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5" name="cd_190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9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19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8" name="il_193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 to the audio and DO the action.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Then: 'Teacher says…' – only move if you hear 'Teacher says'!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Wrong move? Sit down. The last person standing wins!</a:t>
            </a:r>
            <a:endParaRPr lang="en-US" sz="1150" dirty="0"/>
          </a:p>
        </p:txBody>
      </p:sp>
      <p:sp>
        <p:nvSpPr>
          <p:cNvPr id="19" name="ap_194"/>
          <p:cNvSpPr/>
          <p:nvPr/>
        </p:nvSpPr>
        <p:spPr>
          <a:xfrm>
            <a:off x="365760" y="370332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20" name="ah_195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3" name="bd_196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gq_197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100" dirty="0"/>
          </a:p>
        </p:txBody>
      </p:sp>
      <p:sp>
        <p:nvSpPr>
          <p:cNvPr id="25" name="R1_chip198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100" dirty="0"/>
          </a:p>
        </p:txBody>
      </p:sp>
      <p:sp>
        <p:nvSpPr>
          <p:cNvPr id="26" name="bd_199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gq_200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100" dirty="0"/>
          </a:p>
        </p:txBody>
      </p:sp>
      <p:sp>
        <p:nvSpPr>
          <p:cNvPr id="28" name="R2_chip201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100" dirty="0"/>
          </a:p>
        </p:txBody>
      </p:sp>
      <p:sp>
        <p:nvSpPr>
          <p:cNvPr id="29" name="bd_202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gq_203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100" dirty="0"/>
          </a:p>
        </p:txBody>
      </p:sp>
      <p:sp>
        <p:nvSpPr>
          <p:cNvPr id="31" name="R3_chip204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100" dirty="0"/>
          </a:p>
        </p:txBody>
      </p:sp>
      <p:sp>
        <p:nvSpPr>
          <p:cNvPr id="32" name="bd_205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gq_206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100" dirty="0"/>
          </a:p>
        </p:txBody>
      </p:sp>
      <p:sp>
        <p:nvSpPr>
          <p:cNvPr id="34" name="R4_chip207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100" dirty="0"/>
          </a:p>
        </p:txBody>
      </p:sp>
      <p:sp>
        <p:nvSpPr>
          <p:cNvPr id="35" name="bd_20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gq_209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100" dirty="0"/>
          </a:p>
        </p:txBody>
      </p:sp>
      <p:sp>
        <p:nvSpPr>
          <p:cNvPr id="37" name="R5_chip210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100" dirty="0"/>
          </a:p>
        </p:txBody>
      </p:sp>
      <p:sp>
        <p:nvSpPr>
          <p:cNvPr id="38" name="bd_211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gq_212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100" dirty="0"/>
          </a:p>
        </p:txBody>
      </p:sp>
      <p:sp>
        <p:nvSpPr>
          <p:cNvPr id="40" name="R6_chip213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1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1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18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1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2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22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23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2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5" name="cd_226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2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2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il_229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230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20" name="ah_231"/>
          <p:cNvSpPr/>
          <p:nvPr/>
        </p:nvSpPr>
        <p:spPr>
          <a:xfrm>
            <a:off x="4974336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574536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050024" y="4553712"/>
            <a:ext cx="411480" cy="411480"/>
          </a:xfrm>
          <a:prstGeom prst="rect">
            <a:avLst/>
          </a:prstGeom>
        </p:spPr>
      </p:pic>
      <p:pic>
        <p:nvPicPr>
          <p:cNvPr id="23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4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5" name="lg_23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6" name="lg_23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7" name="lg_23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8" name="lg_235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9" name="lg_236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30" name="sq_237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1" name="R1_tag238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2" name="sq_239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3" name="R2_tag240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4" name="sq_241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5" name="R3_tag242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6" name="sq_243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7" name="R4_tag244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8" name="sq_245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39" name="R5_tag246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40" name="sq_247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1" name="R6_tag248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3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5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cmd_25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257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58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2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5" name="cd_261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il_264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265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20" name="ah_266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3" name="lg_26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4" name="lg_26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5" name="lg_26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6" name="lg_270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7" name="lg_271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8" name="sq_272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29" name="R1_tag273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0" name="sq_274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1" name="R2_tag275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2" name="sq_276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3" name="R3_tag277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4" name="sq_278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5" name="R4_tag279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6" name="sq_280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7" name="R5_tag281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8" name="sq_282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39" name="R6_tag283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86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88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8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9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2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295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6" descr="/home/claude/lls-course/v2/cache/4a2_meet_parent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297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298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299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0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I'm nervous, I usually…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(don't) make eye contact when…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think … has charisma because…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 too! / Really? I don't.</a:t>
            </a:r>
            <a:endParaRPr lang="en-US" sz="1000" dirty="0"/>
          </a:p>
        </p:txBody>
      </p:sp>
      <p:sp>
        <p:nvSpPr>
          <p:cNvPr id="20" name="R1_qb301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2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03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04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05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06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07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08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11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13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1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1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31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1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Prediction</a:t>
            </a:r>
            <a:endParaRPr lang="en-US" sz="850" dirty="0"/>
          </a:p>
        </p:txBody>
      </p:sp>
      <p:pic>
        <p:nvPicPr>
          <p:cNvPr id="12" name="logo_3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20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21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22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23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24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25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26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27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28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29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3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32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3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3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3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3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33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3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33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4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4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4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43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1150" dirty="0"/>
          </a:p>
        </p:txBody>
      </p:sp>
      <p:sp>
        <p:nvSpPr>
          <p:cNvPr id="17" name="ln_344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1150" dirty="0"/>
          </a:p>
        </p:txBody>
      </p:sp>
      <p:sp>
        <p:nvSpPr>
          <p:cNvPr id="18" name="ln_345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1150" dirty="0"/>
          </a:p>
        </p:txBody>
      </p:sp>
      <p:sp>
        <p:nvSpPr>
          <p:cNvPr id="19" name="ln_346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1150" dirty="0"/>
          </a:p>
        </p:txBody>
      </p:sp>
      <p:sp>
        <p:nvSpPr>
          <p:cNvPr id="20" name="ln_347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1150" dirty="0"/>
          </a:p>
        </p:txBody>
      </p:sp>
      <p:sp>
        <p:nvSpPr>
          <p:cNvPr id="21" name="ln_348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1150" dirty="0"/>
          </a:p>
        </p:txBody>
      </p:sp>
      <p:sp>
        <p:nvSpPr>
          <p:cNvPr id="22" name="ln_349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1150" dirty="0"/>
          </a:p>
        </p:txBody>
      </p:sp>
      <p:sp>
        <p:nvSpPr>
          <p:cNvPr id="23" name="pf_350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51" descr="/home/claude/lls-course/v2/cache/6B_2_colin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5" name="cd_35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5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5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5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= correct / repair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plenty of = a lot of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58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6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Books open p.63.</a:t>
            </a:r>
            <a:endParaRPr lang="en-US" sz="1250" dirty="0"/>
          </a:p>
        </p:txBody>
      </p:sp>
      <p:sp>
        <p:nvSpPr>
          <p:cNvPr id="8" name="insIT_36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Rispondi con un compagno. Libri aperti p.63.</a:t>
            </a:r>
            <a:endParaRPr lang="en-US" sz="950" dirty="0"/>
          </a:p>
        </p:txBody>
      </p:sp>
      <p:sp>
        <p:nvSpPr>
          <p:cNvPr id="9" name="cmd_36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6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6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36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36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6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5" name="cd_36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6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37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37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Who's the coach? → Danish Sheikh</a:t>
            </a:r>
            <a:endParaRPr lang="en-US" sz="1050" dirty="0"/>
          </a:p>
        </p:txBody>
      </p:sp>
      <p:sp>
        <p:nvSpPr>
          <p:cNvPr id="19" name="pf_37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73" descr="/home/claude/lls-course/v2/cache/6B_2_colin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374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375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What experience does Danish Sheikh have?</a:t>
            </a:r>
            <a:endParaRPr lang="en-US" sz="1100" dirty="0"/>
          </a:p>
        </p:txBody>
      </p:sp>
      <p:sp>
        <p:nvSpPr>
          <p:cNvPr id="23" name="R1_chip376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1000" dirty="0"/>
          </a:p>
        </p:txBody>
      </p:sp>
      <p:sp>
        <p:nvSpPr>
          <p:cNvPr id="24" name="bd_377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378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Is he successful?</a:t>
            </a:r>
            <a:endParaRPr lang="en-US" sz="1150" dirty="0"/>
          </a:p>
        </p:txBody>
      </p:sp>
      <p:sp>
        <p:nvSpPr>
          <p:cNvPr id="26" name="R2_chip379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1000" dirty="0"/>
          </a:p>
        </p:txBody>
      </p:sp>
      <p:sp>
        <p:nvSpPr>
          <p:cNvPr id="27" name="bd_380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381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What did he do yesterday? Why?</a:t>
            </a:r>
            <a:endParaRPr lang="en-US" sz="1150" dirty="0"/>
          </a:p>
        </p:txBody>
      </p:sp>
      <p:sp>
        <p:nvSpPr>
          <p:cNvPr id="29" name="R3_chip382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850" dirty="0"/>
          </a:p>
        </p:txBody>
      </p:sp>
      <p:sp>
        <p:nvSpPr>
          <p:cNvPr id="30" name="bd_383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384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What problems does Colin have?</a:t>
            </a:r>
            <a:endParaRPr lang="en-US" sz="1150" dirty="0"/>
          </a:p>
        </p:txBody>
      </p:sp>
      <p:sp>
        <p:nvSpPr>
          <p:cNvPr id="32" name="R4_chip385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88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3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596128" cy="402336"/>
          </a:xfrm>
          <a:prstGeom prst="rect">
            <a:avLst/>
          </a:prstGeom>
        </p:spPr>
      </p:pic>
      <p:sp>
        <p:nvSpPr>
          <p:cNvPr id="7" name="ins_390"/>
          <p:cNvSpPr/>
          <p:nvPr/>
        </p:nvSpPr>
        <p:spPr>
          <a:xfrm>
            <a:off x="1353312" y="731520"/>
            <a:ext cx="5340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50" dirty="0"/>
          </a:p>
        </p:txBody>
      </p:sp>
      <p:sp>
        <p:nvSpPr>
          <p:cNvPr id="8" name="insIT_39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3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39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39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39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3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5" name="cd_398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9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40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8" name="il_401"/>
          <p:cNvSpPr/>
          <p:nvPr/>
        </p:nvSpPr>
        <p:spPr>
          <a:xfrm>
            <a:off x="886968" y="1892808"/>
            <a:ext cx="203911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402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20" name="ah_403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3" name="lg_404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4" name="lg_405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5" name="sq_406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200" dirty="0"/>
          </a:p>
        </p:txBody>
      </p:sp>
      <p:sp>
        <p:nvSpPr>
          <p:cNvPr id="26" name="R1_tag407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7" name="sq_408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200" dirty="0"/>
          </a:p>
        </p:txBody>
      </p:sp>
      <p:sp>
        <p:nvSpPr>
          <p:cNvPr id="28" name="R2_tag409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9" name="sq_410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200" dirty="0"/>
          </a:p>
        </p:txBody>
      </p:sp>
      <p:sp>
        <p:nvSpPr>
          <p:cNvPr id="30" name="R3_tag411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1" name="sq_412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50" dirty="0"/>
          </a:p>
        </p:txBody>
      </p:sp>
      <p:sp>
        <p:nvSpPr>
          <p:cNvPr id="32" name="R4_tag413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3" name="sq_414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200" dirty="0"/>
          </a:p>
        </p:txBody>
      </p:sp>
      <p:sp>
        <p:nvSpPr>
          <p:cNvPr id="34" name="R5_tag415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5" name="sq_416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200" dirty="0"/>
          </a:p>
        </p:txBody>
      </p:sp>
      <p:sp>
        <p:nvSpPr>
          <p:cNvPr id="36" name="R6_tag417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7" name="sq_418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200" dirty="0"/>
          </a:p>
        </p:txBody>
      </p:sp>
      <p:sp>
        <p:nvSpPr>
          <p:cNvPr id="38" name="R7_tag419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9" name="sq_420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200" dirty="0"/>
          </a:p>
        </p:txBody>
      </p:sp>
      <p:sp>
        <p:nvSpPr>
          <p:cNvPr id="40" name="R8_tag421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1" name="sq_422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200" dirty="0"/>
          </a:p>
        </p:txBody>
      </p:sp>
      <p:sp>
        <p:nvSpPr>
          <p:cNvPr id="42" name="R9_tag423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3" name="sq_424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200" dirty="0"/>
          </a:p>
        </p:txBody>
      </p:sp>
      <p:sp>
        <p:nvSpPr>
          <p:cNvPr id="44" name="R10_tag425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28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30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3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3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43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3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2" name="logo_4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37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3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pf_439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40" descr="/home/claude/lls-course/v2/cache/6B_2_colin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0" name="cd_441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ii_442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2" name="ih_443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3" name="il_444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4" name="gq_445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5" name="R1_chip446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6" name="gq_447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7" name="R2_chip448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8" name="gq_449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29" name="R3_chip450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0" name="gq_451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1" name="R4_chip452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55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57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5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5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6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46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462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4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5" name="ap_465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6" name="ah_466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46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68" descr="/home/claude/lls-course/v2/cache/6B_2_peopl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46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7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7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472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473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6" name="R1_chip474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7" name="gq_475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8" name="R2_chip476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29" name="gq_477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30" name="R3_chip478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481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48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483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48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48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8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48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48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8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490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9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9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7" name="il_493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mimer looks at the screen – the team does NOT.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Mime it: no words, no sounds!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Team: 'You're shaking hands!' Full phrase = 1 point.</a:t>
            </a:r>
            <a:endParaRPr lang="en-US" sz="1150" dirty="0"/>
          </a:p>
        </p:txBody>
      </p:sp>
      <p:sp>
        <p:nvSpPr>
          <p:cNvPr id="18" name="st_49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9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9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100" dirty="0"/>
          </a:p>
        </p:txBody>
      </p:sp>
      <p:sp>
        <p:nvSpPr>
          <p:cNvPr id="21" name="R1_chip49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100" dirty="0"/>
          </a:p>
        </p:txBody>
      </p:sp>
      <p:sp>
        <p:nvSpPr>
          <p:cNvPr id="22" name="bd_49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9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100" dirty="0"/>
          </a:p>
        </p:txBody>
      </p:sp>
      <p:sp>
        <p:nvSpPr>
          <p:cNvPr id="24" name="R2_chip50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100" dirty="0"/>
          </a:p>
        </p:txBody>
      </p:sp>
      <p:sp>
        <p:nvSpPr>
          <p:cNvPr id="25" name="bd_50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50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100" dirty="0"/>
          </a:p>
        </p:txBody>
      </p:sp>
      <p:sp>
        <p:nvSpPr>
          <p:cNvPr id="27" name="R3_chip50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100" dirty="0"/>
          </a:p>
        </p:txBody>
      </p:sp>
      <p:sp>
        <p:nvSpPr>
          <p:cNvPr id="28" name="bd_50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50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100" dirty="0"/>
          </a:p>
        </p:txBody>
      </p:sp>
      <p:sp>
        <p:nvSpPr>
          <p:cNvPr id="30" name="R4_chip50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100" dirty="0"/>
          </a:p>
        </p:txBody>
      </p:sp>
      <p:sp>
        <p:nvSpPr>
          <p:cNvPr id="31" name="bd_50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50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100" dirty="0"/>
          </a:p>
        </p:txBody>
      </p:sp>
      <p:sp>
        <p:nvSpPr>
          <p:cNvPr id="33" name="R5_chip50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100" dirty="0"/>
          </a:p>
        </p:txBody>
      </p:sp>
      <p:sp>
        <p:nvSpPr>
          <p:cNvPr id="34" name="bd_51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51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100" dirty="0"/>
          </a:p>
        </p:txBody>
      </p:sp>
      <p:sp>
        <p:nvSpPr>
          <p:cNvPr id="36" name="R6_chip51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15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17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1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1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2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2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5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2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25" descr="/home/claude/lls-course/v2/cache/6B_2_colin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2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2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2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2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think you can / can't learn it because…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on…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never pay £150 an hour!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agree / I'm not so sure…</a:t>
            </a:r>
            <a:endParaRPr lang="en-US" sz="900" dirty="0"/>
          </a:p>
        </p:txBody>
      </p:sp>
      <p:sp>
        <p:nvSpPr>
          <p:cNvPr id="20" name="R1_qb53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3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think you can learn some things, like eye contact.</a:t>
            </a:r>
            <a:endParaRPr lang="en-US" sz="1250" dirty="0"/>
          </a:p>
        </p:txBody>
      </p:sp>
      <p:sp>
        <p:nvSpPr>
          <p:cNvPr id="22" name="R2_qb53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3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Maybe before a job interview.</a:t>
            </a:r>
            <a:endParaRPr lang="en-US" sz="1250" dirty="0"/>
          </a:p>
        </p:txBody>
      </p:sp>
      <p:sp>
        <p:nvSpPr>
          <p:cNvPr id="24" name="R3_qb53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3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 way – I can watch videos online!</a:t>
            </a:r>
            <a:endParaRPr lang="en-US" sz="1250" dirty="0"/>
          </a:p>
        </p:txBody>
      </p:sp>
      <p:sp>
        <p:nvSpPr>
          <p:cNvPr id="26" name="R4_qb53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3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going to make more eye contact.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4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4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4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44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45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54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4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548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49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body verbs (clap, nod…) + the part of the body</a:t>
            </a:r>
            <a:endParaRPr lang="en-US" sz="1400" dirty="0"/>
          </a:p>
        </p:txBody>
      </p:sp>
      <p:sp>
        <p:nvSpPr>
          <p:cNvPr id="15" name="bd_550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51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tips from the charisma coach</a:t>
            </a:r>
            <a:endParaRPr lang="en-US" sz="1400" dirty="0"/>
          </a:p>
        </p:txBody>
      </p:sp>
      <p:sp>
        <p:nvSpPr>
          <p:cNvPr id="17" name="bd_552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53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with a diphthong: bike, train, phone, owl, chair</a:t>
            </a:r>
            <a:endParaRPr lang="en-US" sz="1400" dirty="0"/>
          </a:p>
        </p:txBody>
      </p:sp>
      <p:sp>
        <p:nvSpPr>
          <p:cNvPr id="19" name="cd_554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55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56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57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558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561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5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56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56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5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900" dirty="0"/>
          </a:p>
        </p:txBody>
      </p:sp>
      <p:sp>
        <p:nvSpPr>
          <p:cNvPr id="10" name="meta_56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56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Authentic video</a:t>
            </a:r>
            <a:endParaRPr lang="en-US" sz="850" dirty="0"/>
          </a:p>
        </p:txBody>
      </p:sp>
      <p:pic>
        <p:nvPicPr>
          <p:cNvPr id="12" name="logo_56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6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st_570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571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72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73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574"/>
          <p:cNvSpPr/>
          <p:nvPr/>
        </p:nvSpPr>
        <p:spPr>
          <a:xfrm>
            <a:off x="886968" y="4544568"/>
            <a:ext cx="3913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of Sam's outfits do YOU like best? Why?</a:t>
            </a:r>
            <a:endParaRPr lang="en-US" sz="800" dirty="0"/>
          </a:p>
        </p:txBody>
      </p:sp>
      <p:sp>
        <p:nvSpPr>
          <p:cNvPr id="20" name="vq_575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576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577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578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579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580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581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582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58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5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587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5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5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59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900" dirty="0"/>
          </a:p>
        </p:txBody>
      </p:sp>
      <p:sp>
        <p:nvSpPr>
          <p:cNvPr id="11" name="meta_59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592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Authentic video</a:t>
            </a:r>
            <a:endParaRPr lang="en-US" sz="850" dirty="0"/>
          </a:p>
        </p:txBody>
      </p:sp>
      <p:pic>
        <p:nvPicPr>
          <p:cNvPr id="13" name="logo_5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5" name="st_59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7" name="cd_596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597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598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20" name="il_599"/>
          <p:cNvSpPr/>
          <p:nvPr/>
        </p:nvSpPr>
        <p:spPr>
          <a:xfrm>
            <a:off x="886968" y="4544568"/>
            <a:ext cx="3913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you agree with Elin's rules?</a:t>
            </a:r>
            <a:endParaRPr lang="en-US" sz="800" dirty="0"/>
          </a:p>
        </p:txBody>
      </p:sp>
      <p:sp>
        <p:nvSpPr>
          <p:cNvPr id="21" name="vq_600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2" name="R1_chip601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3" name="vq_602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4" name="R2_chip603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5" name="vq_604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6" name="R3_chip605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7" name="vq_606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8" name="R4_chip607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1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12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1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1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61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1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61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1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st_61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20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2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2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8" name="il_623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secretly draws a funny alien. Don't show it!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describes it. B draws and asks questions.</a:t>
            </a:r>
            <a:endParaRPr lang="en-US" sz="1150" dirty="0"/>
          </a:p>
          <a:p>
            <a:pPr marL="177800" indent="-1778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Compare. Most similar pair wins! Then swap.</a:t>
            </a:r>
            <a:endParaRPr lang="en-US" sz="1150" dirty="0"/>
          </a:p>
        </p:txBody>
      </p:sp>
      <p:sp>
        <p:nvSpPr>
          <p:cNvPr id="19" name="st_62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625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26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100" dirty="0"/>
          </a:p>
        </p:txBody>
      </p:sp>
      <p:sp>
        <p:nvSpPr>
          <p:cNvPr id="22" name="R1_chip627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100" dirty="0"/>
          </a:p>
        </p:txBody>
      </p:sp>
      <p:sp>
        <p:nvSpPr>
          <p:cNvPr id="23" name="bd_628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29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100" dirty="0"/>
          </a:p>
        </p:txBody>
      </p:sp>
      <p:sp>
        <p:nvSpPr>
          <p:cNvPr id="25" name="R2_chip630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100" dirty="0"/>
          </a:p>
        </p:txBody>
      </p:sp>
      <p:sp>
        <p:nvSpPr>
          <p:cNvPr id="26" name="bd_631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632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100" dirty="0"/>
          </a:p>
        </p:txBody>
      </p:sp>
      <p:sp>
        <p:nvSpPr>
          <p:cNvPr id="28" name="R3_chip633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2026-10-11T16:14:32Z</dcterms:created>
  <dcterms:modified xsi:type="dcterms:W3CDTF">2026-10-11T16:14:32Z</dcterms:modified>
</cp:coreProperties>
</file>