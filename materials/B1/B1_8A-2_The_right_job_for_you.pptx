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class story (TPRS) (4 min)
TPRS CLASS STORY (4 min) – after the business words and their Italian (slides 4–5), so students hear entrepreneur, pitch, slogan, invest, a share in the profits and I'm out many times BEFORE they meet them in the Dragons' Den article and the listening; it also recycles 8A-1 gerunds and infinitives (decided to set up · nervous about making). The story deliberately gives no numbers (minutes, how many Dragons) so it doesn't spoil the prediction on the next slide. Click once per line. For each line: 1) say it, 2) ask the questions round the class (yes/no → either/or → who/what), 3) let the CLASS change details: 'Is his product a cannolo? No? What is it?' – accept their idea and use it in later lines (change the slogan to match!). Students answer with one word or a short phrase – that's fine. Finish: 'What happens next?' – one or two ideas, then move on to the reading. Watch for ✗ 'I'm interesting to invest' → interested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read about a TV show for entrepreneurs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contestant's story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spot -ing and to + infinitive in real speech</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pitch your own product to the 'Dragons'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8A part 1 (6 Oct): work words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gerunds and infinitives · 'Someone you know'</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8" name="w_42"/>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9" name="w_43"/>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30" name="w_44"/>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1" name="w_45"/>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2" name="w_46"/>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3" name="w_47"/>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4" name="w_48"/>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3"/>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-ing: in piedi! to: seduti! inf.: mani su!</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Warmer · last lesson   ·   📖 Recycles 6 Oct (8A-1): gerunds and infinitives, work words · Grammar Bank 8A p.146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-ing → STAND UP.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-ing → IN PIEDI.</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to + infinitive → SIT DOWN.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to + infinito → SEDUTI.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infinitive (no to) → HANDS UP!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infinito senza to → MANI SU!</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5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le parole? Spiega!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business words   ·   📖 SB p.78 · 5a Glossary (den, entrepreneur, make a pitch) + TG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den → the hidden home of a wild animal (e.g. a dragon!)</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0" name="bd_10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2" name="R1_chip10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3" name="bd_11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5" name="R2_chip11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6" name="bd_11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8" name="R3_chip11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9" name="bd_11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1" name="R4_chip11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2" name="bd_11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4" name="R5_chip12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5" name="bd_12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7" name="R6_chip12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8" name="bd_12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40" name="R7_chip12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1" name="bd_12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3" name="R8_chip13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in Italian</a:t>
            </a:r>
            <a:endParaRPr lang="en-US" sz="800" dirty="0"/>
          </a:p>
        </p:txBody>
      </p:sp>
      <p:sp>
        <p:nvSpPr>
          <p:cNvPr id="14" name="cd_14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7" name="R1_it14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8" name="cd_14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1" name="R2_it14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2" name="cd_15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5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5" name="R3_it15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6" name="cd_15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9" name="R4_it15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30" name="cd_15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6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3" name="R5_it16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4" name="cd_16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7" name="R6_it16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8" name="cd_16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1" name="R7_it16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2" name="cd_17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7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5" name="R8_it17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6" name="cd_17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9" name="R9_it17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50" name="cd_17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8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3" name="R10_it18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4" name="cd_18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7" name="R11_it18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8" name="cd_18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1" name="R12_it18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2" name="R13_wc19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9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Salvo's cannolo pitch</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1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1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class story (TPRS)</a:t>
            </a:r>
            <a:endParaRPr lang="en-US" sz="800" dirty="0"/>
          </a:p>
        </p:txBody>
      </p:sp>
      <p:sp>
        <p:nvSpPr>
          <p:cNvPr id="15" name="cd_20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0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0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0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an entrepreneur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imprenditore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make a pitch</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presentare un'idea per venderla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slogan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slogan pubblicitario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invest (in)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investire (in)</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share in the profits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una quota dei profitti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"I'm out."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"Io non ci sto." (non investo)</a:t>
            </a:r>
            <a:endParaRPr lang="en-US" sz="1000" dirty="0"/>
          </a:p>
        </p:txBody>
      </p:sp>
      <p:sp>
        <p:nvSpPr>
          <p:cNvPr id="19" name="R1_sb20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0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Salvo decided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 set up</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business. He's an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entrepreneur</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with a cannolo that lasts a year!</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Salvo an entrepreneur or a teacher? · What's his product?</a:t>
            </a:r>
            <a:endParaRPr lang="en-US" sz="950" dirty="0"/>
          </a:p>
        </p:txBody>
      </p:sp>
      <p:sp>
        <p:nvSpPr>
          <p:cNvPr id="21" name="R2_sb21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1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very nervous about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making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pitch</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on Dragons' Den. He only has a few minutes!</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he relaxed or nervous? · What is he nervous about?</a:t>
            </a:r>
            <a:endParaRPr lang="en-US" sz="950" dirty="0"/>
          </a:p>
        </p:txBody>
      </p:sp>
      <p:sp>
        <p:nvSpPr>
          <p:cNvPr id="23" name="R3_sb21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1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slogan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is 'One cannolo, one year, zero problems!' The Dragons don't smile.</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Do the Dragons smile? · What's his slogan? · Is it a good slogan?</a:t>
            </a:r>
            <a:endParaRPr lang="en-US" sz="950" dirty="0"/>
          </a:p>
        </p:txBody>
      </p:sp>
      <p:sp>
        <p:nvSpPr>
          <p:cNvPr id="25" name="R4_sb21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1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asks them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invest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€50,000 for a 10%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share in the profits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Does he want €50,000 or €5,000? · What share does he offer?</a:t>
            </a:r>
            <a:endParaRPr lang="en-US" sz="1200" dirty="0"/>
          </a:p>
        </p:txBody>
      </p:sp>
      <p:sp>
        <p:nvSpPr>
          <p:cNvPr id="27" name="R5_sb21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1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Dragons taste the cannolo. Horrible! One by one, they all say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I'm out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Do they like it? · What do they say? · Why? (you decide!)</a:t>
            </a:r>
            <a:endParaRPr lang="en-US" sz="1000" dirty="0"/>
          </a:p>
        </p:txBody>
      </p:sp>
      <p:sp>
        <p:nvSpPr>
          <p:cNvPr id="29" name="R6_sb21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1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Salvo doesn't give up. Today his cannoli are a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success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in Bagheria, at least!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it a success or a failure? · And you – would you invest in Salvo?</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2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2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i 4 numeri!</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prediction   ·   📖 SB p.78 · 5a</a:t>
            </a:r>
            <a:endParaRPr lang="en-US" sz="800" dirty="0"/>
          </a:p>
        </p:txBody>
      </p:sp>
      <p:sp>
        <p:nvSpPr>
          <p:cNvPr id="15" name="cd_23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7" name="nx_23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8" name="sf_23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9" name="nbl_23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3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3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2" name="bd_23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3" name="bd_24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4" name="pf_24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242"/>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4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1–5. Controlla nel libro p.78.</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5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7" name="ln_25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25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2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R2_lnA2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1" name="ln_2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2" name="ln_2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R3_lnA2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4" name="ln_2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4_lnA2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pf_26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67"/>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8" name="cd_2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den = tana</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intimidating = che mette in soggezione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7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6–9. Controlla nel libro.</a:t>
            </a:r>
            <a:endParaRPr lang="en-US" sz="950" dirty="0"/>
          </a:p>
        </p:txBody>
      </p:sp>
      <p:sp>
        <p:nvSpPr>
          <p:cNvPr id="9" name="cmd_2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8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8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7" name="ln_2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R1_lnA2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9" name="ln_2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R2_lnA28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1" name="ln_29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2" name="ln_2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3_lnA2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29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R4_lnA29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6" name="pf_29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96"/>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28" name="cd_29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dreaded = temuto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0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3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Investiresti? Decidi!</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three products   ·   📖 SB p.78 · 5b (texts slightly shortened)</a:t>
            </a:r>
            <a:endParaRPr lang="en-US" sz="800" dirty="0"/>
          </a:p>
        </p:txBody>
      </p:sp>
      <p:sp>
        <p:nvSpPr>
          <p:cNvPr id="14" name="cd_3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6" name="ln_31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7" name="ln_31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8" name="ln_31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9" name="ln_317"/>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20" name="ln_31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100" dirty="0"/>
          </a:p>
        </p:txBody>
      </p:sp>
      <p:sp>
        <p:nvSpPr>
          <p:cNvPr id="21" name="ln_31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2" name="pf_32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21"/>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8a2-jewellery.jpg</a:t>
            </a:r>
            <a:endParaRPr lang="en-US" sz="900" dirty="0"/>
          </a:p>
        </p:txBody>
      </p:sp>
      <p:sp>
        <p:nvSpPr>
          <p:cNvPr id="24" name="cd_32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32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2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32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strap = cinturino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untangle = sciogliere i nodi</a:t>
            </a:r>
            <a:endParaRPr lang="en-US" sz="10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2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3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Investire o no? Scommetti, poi scoprilo!</a:t>
            </a:r>
            <a:endParaRPr lang="en-US" sz="950" dirty="0"/>
          </a:p>
        </p:txBody>
      </p:sp>
      <p:sp>
        <p:nvSpPr>
          <p:cNvPr id="9" name="cmd_33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3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33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game · jigsaw   ·   📖 SB p.78 · 5b, 5c, 5d · Communication Dragons' Den A p.109, B p.113, C p.114</a:t>
            </a:r>
            <a:endParaRPr lang="en-US" sz="800" dirty="0"/>
          </a:p>
        </p:txBody>
      </p:sp>
      <p:sp>
        <p:nvSpPr>
          <p:cNvPr id="14" name="cd_33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3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4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Teams: bet INVEST or I'M OUT for each product.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Squadre: scommettete INVESTE o FUORI.</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Groups of 3: read A p.109, B p.113, C p.114. Tell the others.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Gruppi da 3: leggete A, B, C e raccontate.</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Right bet = 1 point.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Scommessa giusta = 1 punto.</a:t>
            </a:r>
            <a:endParaRPr lang="en-US" sz="900" dirty="0"/>
          </a:p>
        </p:txBody>
      </p:sp>
      <p:sp>
        <p:nvSpPr>
          <p:cNvPr id="18" name="pf_34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342"/>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8a2-slap-watch.jpg</a:t>
            </a:r>
            <a:endParaRPr lang="en-US" sz="900" dirty="0"/>
          </a:p>
        </p:txBody>
      </p:sp>
      <p:sp>
        <p:nvSpPr>
          <p:cNvPr id="20" name="bd_34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4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2" name="R1_chip34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3" name="bd_34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4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5" name="R2_chip34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6" name="bd_34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5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8" name="R3_chip35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9" name="bd_35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5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1" name="R4_chip35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5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Vero o falso? Correggi i falsi.</a:t>
            </a:r>
            <a:endParaRPr lang="en-US" sz="950" dirty="0"/>
          </a:p>
        </p:txBody>
      </p:sp>
      <p:sp>
        <p:nvSpPr>
          <p:cNvPr id="9" name="cmd_36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6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6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1   ·   📖 SB p.79 · 6a, 6b, 6c · audio 8.9 (script p.129)</a:t>
            </a:r>
            <a:endParaRPr lang="en-US" sz="800" dirty="0"/>
          </a:p>
        </p:txBody>
      </p:sp>
      <p:sp>
        <p:nvSpPr>
          <p:cNvPr id="15" name="ap_36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6" name="aw_368"/>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36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7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37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7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7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7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75"/>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4" name="R1_chip376"/>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5" name="gq_377"/>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6" name="R2_chip378"/>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7" name="gq_379"/>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8" name="R3_chip380"/>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381"/>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30" name="R4_chip382"/>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1" name="gq_383"/>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2" name="R5_chip384"/>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3" name="gq_385"/>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4" name="R6_chip386"/>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5" name="gq_387"/>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6" name="R7_chip388"/>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389"/>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8" name="R8_chip390"/>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9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Cosa dice Joe su 1–6?</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9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sp>
        <p:nvSpPr>
          <p:cNvPr id="11" name="tag_39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2   ·   📖 SB p.79 · 6d, 6e · audio 8.10 (script pp.129–130)</a:t>
            </a:r>
            <a:endParaRPr lang="en-US" sz="800" dirty="0"/>
          </a:p>
        </p:txBody>
      </p:sp>
      <p:sp>
        <p:nvSpPr>
          <p:cNvPr id="14" name="ap_40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5" name="aw_403"/>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4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40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8" name="bd_4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4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40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1" name="bd_4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4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4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4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once: what was different for Joe and Jake?</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cosa c'è stato di diverso per Joe e Jake?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again. Make notes about 1–6.</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Riascolta. Prendi appunti su 1–6.</a:t>
            </a:r>
            <a:endParaRPr lang="en-US" sz="700" dirty="0"/>
          </a:p>
        </p:txBody>
      </p:sp>
      <p:sp>
        <p:nvSpPr>
          <p:cNvPr id="26" name="lq_414"/>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7" name="R1_chip415"/>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8" name="lq_416"/>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9" name="R2_chip417"/>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0" name="lq_418"/>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1" name="R3_chip419"/>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2" name="lq_420"/>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3" name="R4_chip421"/>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4" name="lq_422"/>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5" name="R5_chip423"/>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6" name="lq_424"/>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7" name="R6_chip425"/>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2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2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vota! Poi ascolta la fine.</a:t>
            </a:r>
            <a:endParaRPr lang="en-US" sz="950" dirty="0"/>
          </a:p>
        </p:txBody>
      </p:sp>
      <p:sp>
        <p:nvSpPr>
          <p:cNvPr id="9" name="cmd_4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3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43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3   ·   📖 SB p.79 · 6f · audio 8.11 (script p.130)</a:t>
            </a:r>
            <a:endParaRPr lang="en-US" sz="800" dirty="0"/>
          </a:p>
        </p:txBody>
      </p:sp>
      <p:sp>
        <p:nvSpPr>
          <p:cNvPr id="14" name="cd_4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4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a job with a very good salary – or your own business?</a:t>
            </a:r>
            <a:endParaRPr lang="en-US" sz="1050" dirty="0"/>
          </a:p>
        </p:txBody>
      </p:sp>
      <p:sp>
        <p:nvSpPr>
          <p:cNvPr id="18" name="pf_441"/>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42"/>
          <p:cNvSpPr/>
          <p:nvPr/>
        </p:nvSpPr>
        <p:spPr>
          <a:xfrm>
            <a:off x="411480" y="2743200"/>
            <a:ext cx="2514600" cy="13258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0" name="ap_443"/>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1" name="aw_444"/>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2" name="bd_4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4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4" name="R1_chip44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5" name="bd_4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4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7" name="R2_chip45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8" name="bd_4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4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0" name="R3_chip45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1" name="bd_4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4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3" name="R4_chip45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6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-ing e to + infinito.</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6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Noticing · Joe's interview   ·   📖 SB audio script 8.9–8.11 (pp.129–130)</a:t>
            </a:r>
            <a:endParaRPr lang="en-US" sz="800" dirty="0"/>
          </a:p>
        </p:txBody>
      </p:sp>
      <p:sp>
        <p:nvSpPr>
          <p:cNvPr id="13" name="pf_467"/>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468"/>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5" name="cd_469"/>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0"/>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1"/>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72"/>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-ing (gerund)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infinitive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infinitive (no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(rules on slide 2)</a:t>
            </a:r>
            <a:endParaRPr lang="en-US" sz="1050" dirty="0"/>
          </a:p>
        </p:txBody>
      </p:sp>
      <p:sp>
        <p:nvSpPr>
          <p:cNvPr id="19" name="who_473"/>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74"/>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dirty="0">
                <a:solidFill>
                  <a:srgbClr val="1B2559"/>
                </a:solidFill>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1" name="R1_slA475"/>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2" name="who_476"/>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77"/>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dirty="0">
                <a:solidFill>
                  <a:srgbClr val="1B2559"/>
                </a:solidFill>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4" name="R2_slA478"/>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5" name="who_479"/>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80"/>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dirty="0">
                <a:solidFill>
                  <a:srgbClr val="1B2559"/>
                </a:solidFill>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dirty="0">
                <a:solidFill>
                  <a:srgbClr val="1B2559"/>
                </a:solidFill>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7" name="R3_slA481"/>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8" name="who_482"/>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83"/>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dirty="0">
                <a:solidFill>
                  <a:srgbClr val="1B2559"/>
                </a:solidFill>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0" name="R4_slA484"/>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1" name="who_485"/>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86"/>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dirty="0">
                <a:solidFill>
                  <a:srgbClr val="1B2559"/>
                </a:solidFill>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3" name="R5_slA487"/>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4" name="who_488"/>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89"/>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6" name="R6_slA490"/>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7" name="who_491"/>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92"/>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dirty="0">
                <a:solidFill>
                  <a:srgbClr val="1B2559"/>
                </a:solidFill>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39" name="R7_slA493"/>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40" name="who_494"/>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95"/>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
        <p:nvSpPr>
          <p:cNvPr id="42" name="R8_slA496"/>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5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l'ordine. Poi ascolta e controlla.</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0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0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the model pitch   ·   📖 SB p.79 · 7a · audio 8.12 (script p.130)</a:t>
            </a:r>
            <a:endParaRPr lang="en-US" sz="800" dirty="0"/>
          </a:p>
        </p:txBody>
      </p:sp>
      <p:sp>
        <p:nvSpPr>
          <p:cNvPr id="15" name="ap_50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6" name="aw_51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51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1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51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1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1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1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1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4" name="R1_chip51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5" name="gq_51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6" name="R2_chip52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7" name="gq_52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8" name="R3_chip52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9" name="gq_52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30" name="R4_chip52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1" name="gq_52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2" name="R5_chip52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coppia: inventate un prodotto!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53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53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3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5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prepare your pitch   ·   📖 SB p.79 · 7b, 7c · Presenting a product</a:t>
            </a:r>
            <a:endParaRPr lang="en-US" sz="800" dirty="0"/>
          </a:p>
        </p:txBody>
      </p:sp>
      <p:sp>
        <p:nvSpPr>
          <p:cNvPr id="15" name="pf_5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540"/>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8a2-gadget.jpg</a:t>
            </a:r>
            <a:endParaRPr lang="en-US" sz="900" dirty="0"/>
          </a:p>
        </p:txBody>
      </p:sp>
      <p:sp>
        <p:nvSpPr>
          <p:cNvPr id="17" name="cd_5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5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5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an app · a drink · a gadget…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We think it will be popular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It's easy to 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It's perfect for (+ -ing)…</a:t>
            </a:r>
            <a:endParaRPr lang="en-US" sz="800" dirty="0"/>
          </a:p>
        </p:txBody>
      </p:sp>
      <p:sp>
        <p:nvSpPr>
          <p:cNvPr id="21" name="R1_qb5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54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Good morning. I'm Sara, this is Luca, and we're here to tell you about SunBag.</a:t>
            </a:r>
            <a:endParaRPr lang="en-US" sz="1200" dirty="0"/>
          </a:p>
        </p:txBody>
      </p:sp>
      <p:sp>
        <p:nvSpPr>
          <p:cNvPr id="23" name="R2_qb54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4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is it? Describe it.</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a beach bag with a solar panel. It charges your phone while you're at the beach.</a:t>
            </a:r>
            <a:endParaRPr lang="en-US" sz="1100" dirty="0"/>
          </a:p>
        </p:txBody>
      </p:sp>
      <p:sp>
        <p:nvSpPr>
          <p:cNvPr id="25" name="R3_qb54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5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is it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product is for students and families who spend all day by the sea.</a:t>
            </a:r>
            <a:endParaRPr lang="en-US" sz="1250" dirty="0"/>
          </a:p>
        </p:txBody>
      </p:sp>
      <p:sp>
        <p:nvSpPr>
          <p:cNvPr id="27" name="R4_qb55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5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will cost €29.99.</a:t>
            </a:r>
            <a:endParaRPr lang="en-US" sz="1250" dirty="0"/>
          </a:p>
        </p:txBody>
      </p:sp>
      <p:sp>
        <p:nvSpPr>
          <p:cNvPr id="29" name="R5_qb55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5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5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Dragons: investite o no?</a:t>
            </a:r>
            <a:endParaRPr lang="en-US" sz="950" dirty="0"/>
          </a:p>
        </p:txBody>
      </p:sp>
      <p:sp>
        <p:nvSpPr>
          <p:cNvPr id="9" name="cmd_56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sp>
        <p:nvSpPr>
          <p:cNvPr id="11" name="tag_56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game · role play   ·   📖 SB p.79 · 7d</a:t>
            </a:r>
            <a:endParaRPr lang="en-US" sz="800" dirty="0"/>
          </a:p>
        </p:txBody>
      </p:sp>
      <p:sp>
        <p:nvSpPr>
          <p:cNvPr id="14" name="cd_56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6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6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Pairs: 1-minute pitch.</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Coppie: un minuto di presentazione.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Dragons: ask one question each.</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Dragons: una domanda a testa.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Dragons: invest €… or 'I'm out because…'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Investite €… o 'I'm out perché…'</a:t>
            </a:r>
            <a:endParaRPr lang="en-US" sz="1000" dirty="0"/>
          </a:p>
        </p:txBody>
      </p:sp>
      <p:sp>
        <p:nvSpPr>
          <p:cNvPr id="18" name="pf_57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71"/>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8a2-class-pitch.jpg</a:t>
            </a:r>
            <a:endParaRPr lang="en-US" sz="900" dirty="0"/>
          </a:p>
        </p:txBody>
      </p:sp>
      <p:sp>
        <p:nvSpPr>
          <p:cNvPr id="20" name="bd_57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7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2" name="R1_chip57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3" name="bd_57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7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5" name="R2_chip57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6" name="bd_57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7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8" name="R3_chip58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9" name="bd_58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8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1" name="R4_chip58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2" name="bd_58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8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4" name="R5_chip58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5" name="bd_58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8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7" name="R6_chip58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9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9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5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Review · what did you do today?</a:t>
            </a:r>
            <a:endParaRPr lang="en-US" sz="800" dirty="0"/>
          </a:p>
        </p:txBody>
      </p:sp>
      <p:sp>
        <p:nvSpPr>
          <p:cNvPr id="14" name="cd_601"/>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02"/>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03"/>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TV show for entrepreneurs</a:t>
            </a:r>
            <a:endParaRPr lang="en-US" sz="1350" dirty="0"/>
          </a:p>
        </p:txBody>
      </p:sp>
      <p:sp>
        <p:nvSpPr>
          <p:cNvPr id="17" name="R1_tk604"/>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05"/>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06"/>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07"/>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contestant's story</a:t>
            </a:r>
            <a:endParaRPr lang="en-US" sz="1350" dirty="0"/>
          </a:p>
        </p:txBody>
      </p:sp>
      <p:sp>
        <p:nvSpPr>
          <p:cNvPr id="21" name="R2_tk608"/>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09"/>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10"/>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11"/>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Spotted -ing and to + infinitive in real speech</a:t>
            </a:r>
            <a:endParaRPr lang="en-US" sz="1350" dirty="0"/>
          </a:p>
        </p:txBody>
      </p:sp>
      <p:sp>
        <p:nvSpPr>
          <p:cNvPr id="25" name="R3_tk612"/>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13"/>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14"/>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15"/>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16"/>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17"/>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18"/>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19"/>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Pitched your own product to the 'Dragons'</a:t>
            </a:r>
            <a:endParaRPr lang="en-US" sz="1350" dirty="0"/>
          </a:p>
        </p:txBody>
      </p:sp>
      <p:sp>
        <p:nvSpPr>
          <p:cNvPr id="33" name="R5_tk620"/>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2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2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2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2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Exit · what can you remember?</a:t>
            </a:r>
            <a:endParaRPr lang="en-US" sz="800" dirty="0"/>
          </a:p>
        </p:txBody>
      </p:sp>
      <p:sp>
        <p:nvSpPr>
          <p:cNvPr id="13" name="bd_63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3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5" name="bd_63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3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7" name="bd_63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3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9" name="cd_63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3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8A: 1c, 1d, 2a, 3c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p.121: a covering email (c)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4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4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6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un prodotto TERRIBILE!</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reverse pitch</a:t>
            </a:r>
            <a:endParaRPr lang="en-US" sz="800" dirty="0"/>
          </a:p>
        </p:txBody>
      </p:sp>
      <p:sp>
        <p:nvSpPr>
          <p:cNvPr id="14" name="st_65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5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5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Take a useless product.</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Prendete un prodotto inutile.</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3 minutes: find 3 'advantages' + a slogan.</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3 minuti: 3 'vantaggi' + uno slogan.</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Pitch it. Dragons: keep a straight face!</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Presentate. Dragons: niente risate!</a:t>
            </a:r>
            <a:endParaRPr lang="en-US" sz="1100" dirty="0"/>
          </a:p>
        </p:txBody>
      </p:sp>
      <p:sp>
        <p:nvSpPr>
          <p:cNvPr id="19" name="pf_65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6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8a2-chocolate-teapot.jpg</a:t>
            </a:r>
            <a:endParaRPr lang="en-US" sz="900" dirty="0"/>
          </a:p>
        </p:txBody>
      </p:sp>
      <p:sp>
        <p:nvSpPr>
          <p:cNvPr id="21" name="bd_66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6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3" name="R1_chip66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4" name="bd_66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6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6" name="R2_chip66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7" name="bd_66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6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9" name="R3_chip66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30" name="bd_67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7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2" name="R4_chip67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7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fa il colloquio a B. Poi scambiatevi!</a:t>
            </a:r>
            <a:endParaRPr lang="en-US" sz="950" dirty="0"/>
          </a:p>
        </p:txBody>
      </p:sp>
      <p:sp>
        <p:nvSpPr>
          <p:cNvPr id="9" name="cmd_67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role play   ·   📖 Writing p.121 (the job advert) · links to the covering-email homework</a:t>
            </a:r>
            <a:endParaRPr lang="en-US" sz="800" dirty="0"/>
          </a:p>
        </p:txBody>
      </p:sp>
      <p:sp>
        <p:nvSpPr>
          <p:cNvPr id="14" name="st_6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86"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I'm good at -ing · I enjoy -ing</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I'd like to… · I'd love to…</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I've worked as a… · I don't mind -ing</a:t>
            </a:r>
            <a:endParaRPr lang="en-US" sz="950" dirty="0"/>
          </a:p>
        </p:txBody>
      </p:sp>
      <p:sp>
        <p:nvSpPr>
          <p:cNvPr id="21" name="R1_qb6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Because I'd love to work at a big sports event.</a:t>
            </a:r>
            <a:endParaRPr lang="en-US" sz="1250" dirty="0"/>
          </a:p>
        </p:txBody>
      </p:sp>
      <p:sp>
        <p:nvSpPr>
          <p:cNvPr id="23" name="R2_qb69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9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very good at working in a team and solving problems.</a:t>
            </a:r>
            <a:endParaRPr lang="en-US" sz="1250" dirty="0"/>
          </a:p>
        </p:txBody>
      </p:sp>
      <p:sp>
        <p:nvSpPr>
          <p:cNvPr id="25" name="R3_qb69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9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I've worked as a waiter, so I don't mind working long hours.</a:t>
            </a:r>
            <a:endParaRPr lang="en-US" sz="1250" dirty="0"/>
          </a:p>
        </p:txBody>
      </p:sp>
      <p:sp>
        <p:nvSpPr>
          <p:cNvPr id="27" name="R4_qb69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9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speak Italian and English, and I'm learning to speak Spanish.</a:t>
            </a:r>
            <a:endParaRPr lang="en-US" sz="1250" dirty="0"/>
          </a:p>
        </p:txBody>
      </p:sp>
      <p:sp>
        <p:nvSpPr>
          <p:cNvPr id="29" name="R5_qb69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2026-10-12T10:15:48Z</dcterms:created>
  <dcterms:modified xsi:type="dcterms:W3CDTF">2026-10-12T10:15:48Z</dcterms:modified>
</cp:coreProperties>
</file>