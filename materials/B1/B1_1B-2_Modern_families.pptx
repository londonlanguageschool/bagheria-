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cmd_24"/>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25"/>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6"/>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3" name="logo_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5" name="pf_29"/>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0"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7" name="cd_31"/>
          <p:cNvSpPr/>
          <p:nvPr/>
        </p:nvSpPr>
        <p:spPr>
          <a:xfrm>
            <a:off x="320040" y="3200400"/>
            <a:ext cx="2743200" cy="1402080"/>
          </a:xfrm>
          <a:prstGeom prst="roundRect">
            <a:avLst>
              <a:gd name="adj" fmla="val 913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32"/>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3"/>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20" name="il_34"/>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1" name="kw_35"/>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22" name="w_36"/>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3" name="w_37"/>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4" name="w_38"/>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5" name="w_39"/>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6" name="w_40"/>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7" name="w_41"/>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8" name="w_42"/>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9" name="lv_43"/>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30" name="lv_44"/>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1" name="lv_45"/>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2" name="cd_46"/>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rh_47"/>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4" name="rf_48"/>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5" name="R1_rl49"/>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6" name="cd_50"/>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7" name="rh_51"/>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8" name="rf_52"/>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9" name="R2_rl53"/>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fade">
                                      <p:cBhvr>
                                        <p:cTn id="1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7"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8"/>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60"/>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6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65"/>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8" name="pf_69"/>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70" descr="/home/claude/lls-course/v2/cache/spare_1b2_family_tree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0" name="bd_71"/>
          <p:cNvSpPr/>
          <p:nvPr/>
        </p:nvSpPr>
        <p:spPr>
          <a:xfrm>
            <a:off x="3246120" y="14912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2"/>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2" name="R1_chip73"/>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3" name="bd_74"/>
          <p:cNvSpPr/>
          <p:nvPr/>
        </p:nvSpPr>
        <p:spPr>
          <a:xfrm>
            <a:off x="3246120" y="203225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5"/>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5" name="R2_chip7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6" name="bd_77"/>
          <p:cNvSpPr/>
          <p:nvPr/>
        </p:nvSpPr>
        <p:spPr>
          <a:xfrm>
            <a:off x="3246120" y="257327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8"/>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9" name="bd_80"/>
          <p:cNvSpPr/>
          <p:nvPr/>
        </p:nvSpPr>
        <p:spPr>
          <a:xfrm>
            <a:off x="3246120" y="311429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81"/>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31" name="R4_chip8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2" name="bd_83"/>
          <p:cNvSpPr/>
          <p:nvPr/>
        </p:nvSpPr>
        <p:spPr>
          <a:xfrm>
            <a:off x="3246120" y="365531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4"/>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8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5" name="bd_86"/>
          <p:cNvSpPr/>
          <p:nvPr/>
        </p:nvSpPr>
        <p:spPr>
          <a:xfrm>
            <a:off x="3246120" y="419633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7"/>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7" name="R6_chip8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9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9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9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96"/>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7"/>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100"/>
          <p:cNvSpPr/>
          <p:nvPr/>
        </p:nvSpPr>
        <p:spPr>
          <a:xfrm>
            <a:off x="320040" y="1417320"/>
            <a:ext cx="2697480" cy="768096"/>
          </a:xfrm>
          <a:prstGeom prst="roundRect">
            <a:avLst>
              <a:gd name="adj" fmla="val 1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1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3"/>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104"/>
          <p:cNvSpPr/>
          <p:nvPr/>
        </p:nvSpPr>
        <p:spPr>
          <a:xfrm rot="-90000">
            <a:off x="365760" y="2368296"/>
            <a:ext cx="2606040" cy="2295144"/>
          </a:xfrm>
          <a:prstGeom prst="roundRect">
            <a:avLst>
              <a:gd name="adj" fmla="val 677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5" descr="/home/claude/lls-course/v2/cache/1b2_shy_sociable_jpg_605x530_31.png">    </p:cNvPr>
          <p:cNvPicPr>
            <a:picLocks noChangeAspect="1"/>
          </p:cNvPicPr>
          <p:nvPr/>
        </p:nvPicPr>
        <p:blipFill>
          <a:blip r:embed="rId5"/>
          <a:stretch>
            <a:fillRect/>
          </a:stretch>
        </p:blipFill>
        <p:spPr>
          <a:xfrm rot="-90000">
            <a:off x="411480" y="2414016"/>
            <a:ext cx="2514600" cy="2203704"/>
          </a:xfrm>
          <a:prstGeom prst="rect">
            <a:avLst/>
          </a:prstGeom>
        </p:spPr>
      </p:pic>
      <p:sp>
        <p:nvSpPr>
          <p:cNvPr id="20" name="bd_106"/>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8"/>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3" name="bd_109"/>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11"/>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6" name="bd_112"/>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14"/>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9" name="bd_115"/>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7"/>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2" name="bd_118"/>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20"/>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2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2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28"/>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9"/>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32"/>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1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7"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138"/>
          <p:cNvSpPr/>
          <p:nvPr/>
        </p:nvSpPr>
        <p:spPr>
          <a:xfrm>
            <a:off x="3246120" y="140360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9"/>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2" name="R1_chip140"/>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3" name="bd_141"/>
          <p:cNvSpPr/>
          <p:nvPr/>
        </p:nvSpPr>
        <p:spPr>
          <a:xfrm>
            <a:off x="3246120" y="173278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2"/>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5" name="R2_chip143"/>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6" name="bd_144"/>
          <p:cNvSpPr/>
          <p:nvPr/>
        </p:nvSpPr>
        <p:spPr>
          <a:xfrm>
            <a:off x="3246120" y="206197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5"/>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8" name="R3_chip146"/>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bd_147"/>
          <p:cNvSpPr/>
          <p:nvPr/>
        </p:nvSpPr>
        <p:spPr>
          <a:xfrm>
            <a:off x="3246120" y="239115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8"/>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31" name="R4_chip149"/>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2" name="bd_150"/>
          <p:cNvSpPr/>
          <p:nvPr/>
        </p:nvSpPr>
        <p:spPr>
          <a:xfrm>
            <a:off x="3246120" y="272034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1"/>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52"/>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5" name="bd_153"/>
          <p:cNvSpPr/>
          <p:nvPr/>
        </p:nvSpPr>
        <p:spPr>
          <a:xfrm>
            <a:off x="3246120" y="304952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4"/>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7" name="R6_chip155"/>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8" name="bd_156"/>
          <p:cNvSpPr/>
          <p:nvPr/>
        </p:nvSpPr>
        <p:spPr>
          <a:xfrm>
            <a:off x="3246120" y="3378708"/>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7"/>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40" name="R7_chip158"/>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41" name="bd_159"/>
          <p:cNvSpPr/>
          <p:nvPr/>
        </p:nvSpPr>
        <p:spPr>
          <a:xfrm>
            <a:off x="3246120" y="37078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60"/>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3" name="R8_chip161"/>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4" name="bd_162"/>
          <p:cNvSpPr/>
          <p:nvPr/>
        </p:nvSpPr>
        <p:spPr>
          <a:xfrm>
            <a:off x="3246120" y="403707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63"/>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6" name="R9_chip164"/>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7" name="bd_165"/>
          <p:cNvSpPr/>
          <p:nvPr/>
        </p:nvSpPr>
        <p:spPr>
          <a:xfrm>
            <a:off x="3246120" y="4366260"/>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6"/>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7"/>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7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7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7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7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175"/>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176"/>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7"/>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1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5" name="cd_180"/>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sh_18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82"/>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83"/>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84"/>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85"/>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6"/>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7"/>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8"/>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9"/>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90"/>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91"/>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92"/>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93"/>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94"/>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95"/>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6"/>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7"/>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8"/>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9"/>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200"/>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201"/>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202"/>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20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40" name="ah_20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2" name="pf_205"/>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3" name="ph_206" descr="/home/claude/lls-course/v2/cache/spare_life_personality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44" name="cd_207"/>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5" name="ii_2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6" name="ih_2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7" name="il_21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1"/>
                                        </p:tgtEl>
                                      </p:cBhvr>
                                    </p:cmd>
                                  </p:childTnLst>
                                </p:cTn>
                              </p:par>
                            </p:childTnLst>
                          </p:cTn>
                        </p:par>
                      </p:childTnLst>
                    </p:cTn>
                  </p:par>
                </p:childTnLst>
              </p:cTn>
              <p:nextCondLst>
                <p:cond evt="onClick" delay="0">
                  <p:tgtEl>
                    <p:spTgt spid="41"/>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1"/>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218"/>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9"/>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2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22"/>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22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2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6"/>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e_22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30"/>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23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3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3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34"/>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e_23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8"/>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e_23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4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4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42"/>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e_24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4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6"/>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9" name="e_24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50"/>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3" name="e_25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5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5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54"/>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7" name="e_25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8"/>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51" name="e_25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6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6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62"/>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5" name="e_26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6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6"/>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9" name="e_26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70"/>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3" name="R13_w27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7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79"/>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80"/>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83"/>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2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6"/>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7"/>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8" descr="/home/claude/lls-course/v2/cache/1b2_stubborn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0" name="bd_289"/>
          <p:cNvSpPr/>
          <p:nvPr/>
        </p:nvSpPr>
        <p:spPr>
          <a:xfrm>
            <a:off x="3246120" y="14912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90"/>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91"/>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3" name="bd_292"/>
          <p:cNvSpPr/>
          <p:nvPr/>
        </p:nvSpPr>
        <p:spPr>
          <a:xfrm>
            <a:off x="3246120" y="203225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93"/>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5" name="R2_chip29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6" name="bd_295"/>
          <p:cNvSpPr/>
          <p:nvPr/>
        </p:nvSpPr>
        <p:spPr>
          <a:xfrm>
            <a:off x="3246120" y="257327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96"/>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8" name="R3_chip29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9" name="bd_298"/>
          <p:cNvSpPr/>
          <p:nvPr/>
        </p:nvSpPr>
        <p:spPr>
          <a:xfrm>
            <a:off x="3246120" y="311429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9"/>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31" name="R4_chip30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2" name="bd_301"/>
          <p:cNvSpPr/>
          <p:nvPr/>
        </p:nvSpPr>
        <p:spPr>
          <a:xfrm>
            <a:off x="3246120" y="365531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02"/>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4" name="R5_chip30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5" name="bd_304"/>
          <p:cNvSpPr/>
          <p:nvPr/>
        </p:nvSpPr>
        <p:spPr>
          <a:xfrm>
            <a:off x="3246120" y="419633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05"/>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7" name="R6_chip30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8"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9"/>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1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0" name="meta_31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8"/>
          <p:cNvSpPr/>
          <p:nvPr/>
        </p:nvSpPr>
        <p:spPr>
          <a:xfrm>
            <a:off x="320040" y="1417320"/>
            <a:ext cx="2697480" cy="2295144"/>
          </a:xfrm>
          <a:prstGeom prst="roundRect">
            <a:avLst>
              <a:gd name="adj" fmla="val 557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3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ap_321"/>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h_3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0" name="ah_3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2" name="lg_32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2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26"/>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7"/>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8"/>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9"/>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30"/>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31"/>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32"/>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33"/>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34"/>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35"/>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36"/>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7"/>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8"/>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9"/>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40"/>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41"/>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42"/>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43"/>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44"/>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19"/>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5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352"/>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53"/>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6"/>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3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9"/>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8" name="st_360"/>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61"/>
          <p:cNvSpPr/>
          <p:nvPr/>
        </p:nvSpPr>
        <p:spPr>
          <a:xfrm>
            <a:off x="3246120" y="14912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62"/>
          <p:cNvSpPr/>
          <p:nvPr/>
        </p:nvSpPr>
        <p:spPr>
          <a:xfrm>
            <a:off x="3657600" y="14173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21" name="R1_chip363"/>
          <p:cNvSpPr/>
          <p:nvPr/>
        </p:nvSpPr>
        <p:spPr>
          <a:xfrm>
            <a:off x="6263640" y="14173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2" name="bd_364"/>
          <p:cNvSpPr/>
          <p:nvPr/>
        </p:nvSpPr>
        <p:spPr>
          <a:xfrm>
            <a:off x="3246120" y="203225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5"/>
          <p:cNvSpPr/>
          <p:nvPr/>
        </p:nvSpPr>
        <p:spPr>
          <a:xfrm>
            <a:off x="3657600" y="195834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4" name="R2_chip36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5" name="bd_367"/>
          <p:cNvSpPr/>
          <p:nvPr/>
        </p:nvSpPr>
        <p:spPr>
          <a:xfrm>
            <a:off x="3246120" y="257327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8"/>
          <p:cNvSpPr/>
          <p:nvPr/>
        </p:nvSpPr>
        <p:spPr>
          <a:xfrm>
            <a:off x="3657600" y="249936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7" name="R3_chip36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8" name="bd_370"/>
          <p:cNvSpPr/>
          <p:nvPr/>
        </p:nvSpPr>
        <p:spPr>
          <a:xfrm>
            <a:off x="3246120" y="311429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71"/>
          <p:cNvSpPr/>
          <p:nvPr/>
        </p:nvSpPr>
        <p:spPr>
          <a:xfrm>
            <a:off x="3657600" y="304038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30" name="R4_chip37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31" name="bd_373"/>
          <p:cNvSpPr/>
          <p:nvPr/>
        </p:nvSpPr>
        <p:spPr>
          <a:xfrm>
            <a:off x="3246120" y="365531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74"/>
          <p:cNvSpPr/>
          <p:nvPr/>
        </p:nvSpPr>
        <p:spPr>
          <a:xfrm>
            <a:off x="3657600" y="358140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3" name="R5_chip37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4" name="bd_376"/>
          <p:cNvSpPr/>
          <p:nvPr/>
        </p:nvSpPr>
        <p:spPr>
          <a:xfrm>
            <a:off x="3246120" y="419633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7"/>
          <p:cNvSpPr/>
          <p:nvPr/>
        </p:nvSpPr>
        <p:spPr>
          <a:xfrm>
            <a:off x="3657600" y="412242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6" name="R6_chip37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8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8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386"/>
          <p:cNvSpPr/>
          <p:nvPr/>
        </p:nvSpPr>
        <p:spPr>
          <a:xfrm>
            <a:off x="6510528" y="493776"/>
            <a:ext cx="1901952" cy="274320"/>
          </a:xfrm>
          <a:prstGeom prst="roundRect">
            <a:avLst>
              <a:gd name="adj" fmla="val 50000"/>
            </a:avLst>
          </a:prstGeom>
          <a:solidFill>
            <a:srgbClr val="FFFFFF"/>
          </a:solidFill>
          <a:ln w="28575">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PRONUNCIA</a:t>
            </a:r>
            <a:endParaRPr lang="en-US" sz="950" dirty="0"/>
          </a:p>
        </p:txBody>
      </p:sp>
      <p:sp>
        <p:nvSpPr>
          <p:cNvPr id="11" name="meta_387"/>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8"/>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Listening for detail</a:t>
            </a:r>
            <a:endParaRPr lang="en-US" sz="750" dirty="0"/>
          </a:p>
        </p:txBody>
      </p:sp>
      <p:pic>
        <p:nvPicPr>
          <p:cNvPr id="13"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5" name="ap_39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9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9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95"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96"/>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3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399"/>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R1_chip400"/>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gq_401"/>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8" name="R2_chip402"/>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9" name="gq_403"/>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R3_chip404"/>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gq_405"/>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2" name="R4_chip406"/>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3" name="gq_407"/>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4" name="R5_chip408"/>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5" name="gq_409"/>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R6_chip410"/>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gq_411"/>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8" name="R7_chip412"/>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9" name="gq_413"/>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0" name="R8_chip414"/>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2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422"/>
          <p:cNvSpPr/>
          <p:nvPr/>
        </p:nvSpPr>
        <p:spPr>
          <a:xfrm>
            <a:off x="6510528" y="493776"/>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1" name="meta_423"/>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4"/>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5" name="pf_427"/>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28" descr="/home/claude/lls-course/v2/cache/1b2_stubborn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7" name="cd_429"/>
          <p:cNvSpPr/>
          <p:nvPr/>
        </p:nvSpPr>
        <p:spPr>
          <a:xfrm>
            <a:off x="320040" y="2834640"/>
            <a:ext cx="2697480" cy="1920240"/>
          </a:xfrm>
          <a:prstGeom prst="roundRect">
            <a:avLst>
              <a:gd name="adj" fmla="val 6667"/>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8" name="ii_430"/>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31"/>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20" name="il_432"/>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responsible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responsabile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bossy</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prepotente, autoritario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disorganized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disordinato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stubborn</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testardo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immature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immaturo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impatient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impaziente</a:t>
            </a:r>
            <a:endParaRPr lang="en-US" sz="850" dirty="0"/>
          </a:p>
        </p:txBody>
      </p:sp>
      <p:sp>
        <p:nvSpPr>
          <p:cNvPr id="21" name="R1_sb433"/>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sl434"/>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3" name="R2_sb435"/>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sl436"/>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5" name="R3_sb437"/>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sl438"/>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7" name="R4_sb439"/>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sl440"/>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9" name="R5_sb441"/>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sl442"/>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31" name="R6_sb443"/>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sl444"/>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9"/>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5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0" name="meta_452"/>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53"/>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6"/>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60"/>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61"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462"/>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63"/>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2" name="R1_chip464"/>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3" name="bd_465"/>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6"/>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5" name="R2_chip467"/>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6" name="bd_468"/>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9"/>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8" name="R3_chip470"/>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9" name="bd_471"/>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72"/>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31" name="R4_chip473"/>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2" name="bd_474"/>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5"/>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4" name="R5_chip476"/>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5" name="bd_477"/>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8"/>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7" name="R6_chip479"/>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8" name="bd_480"/>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81"/>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40" name="R7_chip482"/>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41" name="bd_483"/>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84"/>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3" name="R8_chip485"/>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8"/>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9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9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cmd_493"/>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1" name="meta_494"/>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95"/>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5" name="cd_498"/>
          <p:cNvSpPr/>
          <p:nvPr/>
        </p:nvSpPr>
        <p:spPr>
          <a:xfrm>
            <a:off x="320040" y="1417320"/>
            <a:ext cx="2697480" cy="1911096"/>
          </a:xfrm>
          <a:prstGeom prst="roundRect">
            <a:avLst>
              <a:gd name="adj" fmla="val 6699"/>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lg_50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9" name="lg_50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0" name="lg_503"/>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1" name="lg_504"/>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2" name="sq_505"/>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3" name="R1_tag506"/>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4" name="sq_507"/>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5" name="R2_tag508"/>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6" name="sq_509"/>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7" name="R3_tag510"/>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8" name="sq_511"/>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9" name="R4_tag512"/>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0" name="sq_513"/>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31" name="R5_tag514"/>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2" name="sq_515"/>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3" name="R6_tag516"/>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4" name="sq_517"/>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5" name="R7_tag518"/>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6" name="sq_519"/>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7" name="R8_tag520"/>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8" name="pf_52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522" descr="/home/claude/lls-course/v2/cache/spare_1b2_rule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2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3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3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4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4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42"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43"/>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4" name="ii_54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5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5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5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61"/>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6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6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6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8"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9"/>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6" name="ii_5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72"/>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5"/>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8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8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8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9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9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92"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93"/>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4" name="ii_59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9"/>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0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6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60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60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60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1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1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1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1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1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9"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20"/>
          <p:cNvSpPr/>
          <p:nvPr/>
        </p:nvSpPr>
        <p:spPr>
          <a:xfrm>
            <a:off x="6263640" y="3794760"/>
            <a:ext cx="2651760" cy="960120"/>
          </a:xfrm>
          <a:prstGeom prst="roundRect">
            <a:avLst>
              <a:gd name="adj" fmla="val 13333"/>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ii_62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2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23"/>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30"/>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63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3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5"/>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6" descr="/home/claude/lls-course/v2/cache/spare_1b2_sharing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637"/>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638"/>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9"/>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40"/>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20" name="R1_qb64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2" name="R2_qb64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4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4" name="R3_qb64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6" name="R4_qb64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8"/>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8" name="R4_th649"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50"/>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51"/>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31" name="R5_th652"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9"/>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660"/>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61"/>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64"/>
          <p:cNvSpPr/>
          <p:nvPr/>
        </p:nvSpPr>
        <p:spPr>
          <a:xfrm>
            <a:off x="320040" y="1417320"/>
            <a:ext cx="2697480" cy="969264"/>
          </a:xfrm>
          <a:prstGeom prst="roundRect">
            <a:avLst>
              <a:gd name="adj" fmla="val 1320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5" name="ii_6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7"/>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8" name="pf_668"/>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9"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670"/>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71"/>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72"/>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3" name="bd_673"/>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74"/>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5"/>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6" name="bd_676"/>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7"/>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8"/>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9" name="bd_679"/>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80"/>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81"/>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2" name="bd_682"/>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83"/>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84"/>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5" name="bd_685"/>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6"/>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7"/>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8" name="bd_688"/>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9"/>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90"/>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41" name="bd_691"/>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92"/>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93"/>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700"/>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meta_70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70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7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5"/>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10"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11"/>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1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13"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14"/>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7" name="ii_71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9"/>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20"/>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21"/>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22"/>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23"/>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24"/>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5"/>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6"/>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3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3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3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73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735"/>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36"/>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7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5" name="ap_73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4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4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4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43"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44"/>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74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4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74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6" name="R1_chip74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7" name="gq_74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8" name="R2_chip75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9" name="gq_75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0" name="R3_chip75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1" name="gq_75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5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3" name="gq_75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4" name="R5_chip75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6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6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6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cmd_764"/>
          <p:cNvSpPr/>
          <p:nvPr/>
        </p:nvSpPr>
        <p:spPr>
          <a:xfrm>
            <a:off x="6510528" y="493776"/>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750" dirty="0">
                <a:solidFill>
                  <a:srgbClr val="000000"/>
                </a:solidFill>
              </a:rPr>
              <a:t>✏️ </a:t>
            </a:r>
            <a:pP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50" dirty="0">
                <a:solidFill>
                  <a:srgbClr val="5B6785"/>
                </a:solidFill>
                <a:latin typeface="Segoe UI Semibold" pitchFamily="34" charset="0"/>
                <a:ea typeface="Segoe UI Semibold" pitchFamily="34" charset="-122"/>
                <a:cs typeface="Segoe UI Semibold" pitchFamily="34" charset="-120"/>
              </a:rPr>
              <a:t>  COMPLETA</a:t>
            </a:r>
            <a:endParaRPr lang="en-US" sz="750" dirty="0"/>
          </a:p>
        </p:txBody>
      </p:sp>
      <p:sp>
        <p:nvSpPr>
          <p:cNvPr id="11" name="meta_765"/>
          <p:cNvSpPr/>
          <p:nvPr/>
        </p:nvSpPr>
        <p:spPr>
          <a:xfrm>
            <a:off x="6510528" y="804672"/>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66"/>
          <p:cNvSpPr/>
          <p:nvPr/>
        </p:nvSpPr>
        <p:spPr>
          <a:xfrm>
            <a:off x="6510528" y="1115568"/>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3" name="logo_7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5" name="ap_769"/>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73"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74"/>
          <p:cNvSpPr/>
          <p:nvPr/>
        </p:nvSpPr>
        <p:spPr>
          <a:xfrm>
            <a:off x="320040" y="4023360"/>
            <a:ext cx="2788920" cy="731520"/>
          </a:xfrm>
          <a:prstGeom prst="roundRect">
            <a:avLst>
              <a:gd name="adj" fmla="val 17500"/>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3" name="ii_7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gq_77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6" name="R1_chip77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7" name="gq_77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8" name="R2_chip78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9" name="gq_78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0" name="R3_chip78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1" name="gq_78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2" name="R4_chip78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3" name="gq_78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4" name="R5_chip78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9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9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93"/>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794"/>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95"/>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8"/>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9" descr="/home/claude/lls-course/v2/cache/spare_life_childhood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800"/>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801"/>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802"/>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803"/>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20" name="R1_qb80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80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2" name="R2_qb80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4" name="R3_qb80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6" name="R4_qb81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11"/>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12"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1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1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1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9"/>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20"/>
          <p:cNvSpPr/>
          <p:nvPr/>
        </p:nvSpPr>
        <p:spPr>
          <a:xfrm>
            <a:off x="6510528" y="493776"/>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8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2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2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82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2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82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829"/>
          <p:cNvSpPr/>
          <p:nvPr/>
        </p:nvSpPr>
        <p:spPr>
          <a:xfrm>
            <a:off x="5669280" y="1417320"/>
            <a:ext cx="3200400" cy="2221992"/>
          </a:xfrm>
          <a:prstGeom prst="roundRect">
            <a:avLst>
              <a:gd name="adj" fmla="val 576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0" name="ii_83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3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32"/>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33"/>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3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3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40"/>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84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4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8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45"/>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84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9"/>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85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5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5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3"/>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85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5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5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7"/>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85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6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61"/>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86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6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6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7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72"/>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873"/>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4"/>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8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st_87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8"/>
          <p:cNvSpPr/>
          <p:nvPr/>
        </p:nvSpPr>
        <p:spPr>
          <a:xfrm>
            <a:off x="320040" y="1417320"/>
            <a:ext cx="2697480" cy="2514600"/>
          </a:xfrm>
          <a:prstGeom prst="roundRect">
            <a:avLst>
              <a:gd name="adj" fmla="val 5091"/>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8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8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9" name="pf_882"/>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3" descr="/home/claude/lls-course/v2/cache/1b2_taboo_jpg_572x253_31.png">    </p:cNvPr>
          <p:cNvPicPr>
            <a:picLocks noChangeAspect="1"/>
          </p:cNvPicPr>
          <p:nvPr/>
        </p:nvPicPr>
        <p:blipFill>
          <a:blip r:embed="rId5"/>
          <a:stretch>
            <a:fillRect/>
          </a:stretch>
        </p:blipFill>
        <p:spPr>
          <a:xfrm rot="-120000">
            <a:off x="457200" y="4114800"/>
            <a:ext cx="2377440" cy="1051560"/>
          </a:xfrm>
          <a:prstGeom prst="rect">
            <a:avLst/>
          </a:prstGeom>
        </p:spPr>
      </p:pic>
      <p:sp>
        <p:nvSpPr>
          <p:cNvPr id="21" name="rl_88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5"/>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6"/>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7"/>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8"/>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90"/>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91"/>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92"/>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3"/>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9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90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950" dirty="0">
                <a:solidFill>
                  <a:srgbClr val="000000"/>
                </a:solidFill>
              </a:rPr>
              <a:t>👀 </a:t>
            </a:r>
            <a:pP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901"/>
          <p:cNvSpPr/>
          <p:nvPr/>
        </p:nvSpPr>
        <p:spPr>
          <a:xfrm>
            <a:off x="6510528" y="493776"/>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2"/>
          <p:cNvSpPr/>
          <p:nvPr/>
        </p:nvSpPr>
        <p:spPr>
          <a:xfrm>
            <a:off x="6510528" y="804672"/>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st_90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06"/>
          <p:cNvSpPr/>
          <p:nvPr/>
        </p:nvSpPr>
        <p:spPr>
          <a:xfrm>
            <a:off x="320040" y="1417320"/>
            <a:ext cx="2697480" cy="1170432"/>
          </a:xfrm>
          <a:prstGeom prst="roundRect">
            <a:avLst>
              <a:gd name="adj" fmla="val 10938"/>
            </a:avLst>
          </a:prstGeom>
          <a:solidFill>
            <a:srgbClr val="FFF6CC"/>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16" name="ii_9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9"/>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10"/>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11"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21" name="bd_912"/>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3"/>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4"/>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5"/>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6"/>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7"/>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8"/>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9"/>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20"/>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21"/>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22"/>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3"/>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4"/>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5"/>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6"/>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2026-10-19T07:15:47Z</dcterms:created>
  <dcterms:modified xsi:type="dcterms:W3CDTF">2026-10-19T07:15:47Z</dcterms:modified>
</cp:coreProperties>
</file>