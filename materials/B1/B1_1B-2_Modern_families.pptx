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opposites: un-, dis-, im-…</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cmd_24"/>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25"/>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6"/>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3" name="logo_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5" name="pf_29"/>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0"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7" name="cd_31"/>
          <p:cNvSpPr/>
          <p:nvPr/>
        </p:nvSpPr>
        <p:spPr>
          <a:xfrm>
            <a:off x="320040" y="3200400"/>
            <a:ext cx="2743200" cy="1402080"/>
          </a:xfrm>
          <a:prstGeom prst="roundRect">
            <a:avLst>
              <a:gd name="adj" fmla="val 913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32"/>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3"/>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20" name="il_34"/>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1" name="kw_35"/>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22" name="w_36"/>
          <p:cNvSpPr/>
          <p:nvPr/>
        </p:nvSpPr>
        <p:spPr>
          <a:xfrm>
            <a:off x="3246120" y="1783080"/>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3" name="w_37"/>
          <p:cNvSpPr/>
          <p:nvPr/>
        </p:nvSpPr>
        <p:spPr>
          <a:xfrm>
            <a:off x="4965192" y="1783080"/>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4" name="w_38"/>
          <p:cNvSpPr/>
          <p:nvPr/>
        </p:nvSpPr>
        <p:spPr>
          <a:xfrm>
            <a:off x="633679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half-sister</a:t>
            </a:r>
            <a:endParaRPr lang="en-US" sz="1200" dirty="0"/>
          </a:p>
        </p:txBody>
      </p:sp>
      <p:sp>
        <p:nvSpPr>
          <p:cNvPr id="25" name="w_39"/>
          <p:cNvSpPr/>
          <p:nvPr/>
        </p:nvSpPr>
        <p:spPr>
          <a:xfrm>
            <a:off x="3246120" y="2185416"/>
            <a:ext cx="188823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great-grandfather</a:t>
            </a:r>
            <a:endParaRPr lang="en-US" sz="1200" dirty="0"/>
          </a:p>
        </p:txBody>
      </p:sp>
      <p:sp>
        <p:nvSpPr>
          <p:cNvPr id="26" name="w_40"/>
          <p:cNvSpPr/>
          <p:nvPr/>
        </p:nvSpPr>
        <p:spPr>
          <a:xfrm>
            <a:off x="5225796"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7" name="w_41"/>
          <p:cNvSpPr/>
          <p:nvPr/>
        </p:nvSpPr>
        <p:spPr>
          <a:xfrm>
            <a:off x="6597396" y="2185416"/>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siblings</a:t>
            </a:r>
            <a:endParaRPr lang="en-US" sz="1200" dirty="0"/>
          </a:p>
        </p:txBody>
      </p:sp>
      <p:sp>
        <p:nvSpPr>
          <p:cNvPr id="28" name="w_42"/>
          <p:cNvSpPr/>
          <p:nvPr/>
        </p:nvSpPr>
        <p:spPr>
          <a:xfrm>
            <a:off x="3246120" y="2587752"/>
            <a:ext cx="162763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nephew / niece</a:t>
            </a:r>
            <a:endParaRPr lang="en-US" sz="1200" dirty="0"/>
          </a:p>
        </p:txBody>
      </p:sp>
      <p:sp>
        <p:nvSpPr>
          <p:cNvPr id="29" name="lv_43"/>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30" name="lv_44"/>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31" name="lv_45"/>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2" name="cd_46"/>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rh_47"/>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100" dirty="0"/>
          </a:p>
        </p:txBody>
      </p:sp>
      <p:sp>
        <p:nvSpPr>
          <p:cNvPr id="34" name="rf_48"/>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offer · a promise · an instant decision</a:t>
            </a:r>
            <a:endParaRPr lang="en-US" sz="850" dirty="0"/>
          </a:p>
        </p:txBody>
      </p:sp>
      <p:sp>
        <p:nvSpPr>
          <p:cNvPr id="35" name="R1_rl49"/>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700" dirty="0"/>
          </a:p>
        </p:txBody>
      </p:sp>
      <p:sp>
        <p:nvSpPr>
          <p:cNvPr id="36" name="cd_50"/>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7" name="rh_51"/>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950" dirty="0"/>
          </a:p>
        </p:txBody>
      </p:sp>
      <p:sp>
        <p:nvSpPr>
          <p:cNvPr id="38" name="rf_52"/>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plan · an arrangement · a prediction</a:t>
            </a:r>
            <a:endParaRPr lang="en-US" sz="850" dirty="0"/>
          </a:p>
        </p:txBody>
      </p:sp>
      <p:sp>
        <p:nvSpPr>
          <p:cNvPr id="39" name="R2_rl53"/>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going to look for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We're seeing Nonna on Sunday.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9"/>
                                        </p:tgtEl>
                                        <p:attrNameLst>
                                          <p:attrName>style.visibility</p:attrName>
                                        </p:attrNameLst>
                                      </p:cBhvr>
                                      <p:to>
                                        <p:strVal val="visible"/>
                                      </p:to>
                                    </p:set>
                                    <p:animEffect transition="in" filter="fade">
                                      <p:cBhvr>
                                        <p:cTn id="1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7"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8"/>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60"/>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6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65"/>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fix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Correzione giusta = 1 punto.</a:t>
            </a:r>
            <a:endParaRPr lang="en-US" sz="1000" dirty="0"/>
          </a:p>
        </p:txBody>
      </p:sp>
      <p:sp>
        <p:nvSpPr>
          <p:cNvPr id="18" name="pf_69"/>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70" descr="/home/claude/lls-course/v2/cache/spare_1b2_family_tree_jpg_572x253_31.png">    </p:cNvPr>
          <p:cNvPicPr>
            <a:picLocks noChangeAspect="1"/>
          </p:cNvPicPr>
          <p:nvPr/>
        </p:nvPicPr>
        <p:blipFill>
          <a:blip r:embed="rId5"/>
          <a:stretch>
            <a:fillRect/>
          </a:stretch>
        </p:blipFill>
        <p:spPr>
          <a:xfrm rot="-120000">
            <a:off x="457200" y="4114800"/>
            <a:ext cx="2377440" cy="1051560"/>
          </a:xfrm>
          <a:prstGeom prst="rect">
            <a:avLst/>
          </a:prstGeom>
        </p:spPr>
      </p:pic>
      <p:sp>
        <p:nvSpPr>
          <p:cNvPr id="20" name="bd_71"/>
          <p:cNvSpPr/>
          <p:nvPr/>
        </p:nvSpPr>
        <p:spPr>
          <a:xfrm>
            <a:off x="3246120" y="149123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72"/>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50" dirty="0"/>
          </a:p>
        </p:txBody>
      </p:sp>
      <p:sp>
        <p:nvSpPr>
          <p:cNvPr id="22" name="R1_chip73"/>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brother-in-law</a:t>
            </a:r>
            <a:endParaRPr lang="en-US" sz="1200" dirty="0"/>
          </a:p>
        </p:txBody>
      </p:sp>
      <p:sp>
        <p:nvSpPr>
          <p:cNvPr id="23" name="bd_74"/>
          <p:cNvSpPr/>
          <p:nvPr/>
        </p:nvSpPr>
        <p:spPr>
          <a:xfrm>
            <a:off x="3246120" y="203225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5"/>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50" dirty="0"/>
          </a:p>
        </p:txBody>
      </p:sp>
      <p:sp>
        <p:nvSpPr>
          <p:cNvPr id="25" name="R2_chip7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great-grandfather</a:t>
            </a:r>
            <a:endParaRPr lang="en-US" sz="1200" dirty="0"/>
          </a:p>
        </p:txBody>
      </p:sp>
      <p:sp>
        <p:nvSpPr>
          <p:cNvPr id="26" name="bd_77"/>
          <p:cNvSpPr/>
          <p:nvPr/>
        </p:nvSpPr>
        <p:spPr>
          <a:xfrm>
            <a:off x="3246120" y="257327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8"/>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3_chip7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an only child.</a:t>
            </a:r>
            <a:endParaRPr lang="en-US" sz="1200" dirty="0"/>
          </a:p>
        </p:txBody>
      </p:sp>
      <p:sp>
        <p:nvSpPr>
          <p:cNvPr id="29" name="bd_80"/>
          <p:cNvSpPr/>
          <p:nvPr/>
        </p:nvSpPr>
        <p:spPr>
          <a:xfrm>
            <a:off x="3246120" y="3114294"/>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81"/>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50" dirty="0"/>
          </a:p>
        </p:txBody>
      </p:sp>
      <p:sp>
        <p:nvSpPr>
          <p:cNvPr id="31" name="R4_chip8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200" dirty="0"/>
          </a:p>
        </p:txBody>
      </p:sp>
      <p:sp>
        <p:nvSpPr>
          <p:cNvPr id="32" name="bd_83"/>
          <p:cNvSpPr/>
          <p:nvPr/>
        </p:nvSpPr>
        <p:spPr>
          <a:xfrm>
            <a:off x="3246120" y="365531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84"/>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5_chip8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200" dirty="0"/>
          </a:p>
        </p:txBody>
      </p:sp>
      <p:sp>
        <p:nvSpPr>
          <p:cNvPr id="35" name="bd_86"/>
          <p:cNvSpPr/>
          <p:nvPr/>
        </p:nvSpPr>
        <p:spPr>
          <a:xfrm>
            <a:off x="3246120" y="419633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7"/>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50" dirty="0"/>
          </a:p>
        </p:txBody>
      </p:sp>
      <p:sp>
        <p:nvSpPr>
          <p:cNvPr id="37" name="R6_chip8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9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9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9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96"/>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7"/>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100"/>
          <p:cNvSpPr/>
          <p:nvPr/>
        </p:nvSpPr>
        <p:spPr>
          <a:xfrm>
            <a:off x="320040" y="1417320"/>
            <a:ext cx="2697480" cy="768096"/>
          </a:xfrm>
          <a:prstGeom prst="roundRect">
            <a:avLst>
              <a:gd name="adj" fmla="val 1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1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3"/>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104"/>
          <p:cNvSpPr/>
          <p:nvPr/>
        </p:nvSpPr>
        <p:spPr>
          <a:xfrm rot="-90000">
            <a:off x="365760" y="2368296"/>
            <a:ext cx="2606040" cy="2295144"/>
          </a:xfrm>
          <a:prstGeom prst="roundRect">
            <a:avLst>
              <a:gd name="adj" fmla="val 677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5" descr="/home/claude/lls-course/v2/cache/1b2_shy_sociable_jpg_605x530_31.png">    </p:cNvPr>
          <p:cNvPicPr>
            <a:picLocks noChangeAspect="1"/>
          </p:cNvPicPr>
          <p:nvPr/>
        </p:nvPicPr>
        <p:blipFill>
          <a:blip r:embed="rId5"/>
          <a:stretch>
            <a:fillRect/>
          </a:stretch>
        </p:blipFill>
        <p:spPr>
          <a:xfrm rot="-90000">
            <a:off x="411480" y="2414016"/>
            <a:ext cx="2514600" cy="2203704"/>
          </a:xfrm>
          <a:prstGeom prst="rect">
            <a:avLst/>
          </a:prstGeom>
        </p:spPr>
      </p:pic>
      <p:sp>
        <p:nvSpPr>
          <p:cNvPr id="20" name="bd_106"/>
          <p:cNvSpPr/>
          <p:nvPr/>
        </p:nvSpPr>
        <p:spPr>
          <a:xfrm>
            <a:off x="3246120" y="149047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7"/>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8"/>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shy</a:t>
            </a:r>
            <a:endParaRPr lang="en-US" sz="1050" dirty="0"/>
          </a:p>
        </p:txBody>
      </p:sp>
      <p:sp>
        <p:nvSpPr>
          <p:cNvPr id="23" name="bd_109"/>
          <p:cNvSpPr/>
          <p:nvPr/>
        </p:nvSpPr>
        <p:spPr>
          <a:xfrm>
            <a:off x="3246120" y="199339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0"/>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11"/>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mean (tirchio)</a:t>
            </a:r>
            <a:endParaRPr lang="en-US" sz="1050" dirty="0"/>
          </a:p>
        </p:txBody>
      </p:sp>
      <p:sp>
        <p:nvSpPr>
          <p:cNvPr id="26" name="bd_112"/>
          <p:cNvSpPr/>
          <p:nvPr/>
        </p:nvSpPr>
        <p:spPr>
          <a:xfrm>
            <a:off x="3246120" y="249631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3"/>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14"/>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lazy</a:t>
            </a:r>
            <a:endParaRPr lang="en-US" sz="1050" dirty="0"/>
          </a:p>
        </p:txBody>
      </p:sp>
      <p:sp>
        <p:nvSpPr>
          <p:cNvPr id="29" name="bd_115"/>
          <p:cNvSpPr/>
          <p:nvPr/>
        </p:nvSpPr>
        <p:spPr>
          <a:xfrm>
            <a:off x="3246120" y="299923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6"/>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7"/>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quiet</a:t>
            </a:r>
            <a:endParaRPr lang="en-US" sz="1050" dirty="0"/>
          </a:p>
        </p:txBody>
      </p:sp>
      <p:sp>
        <p:nvSpPr>
          <p:cNvPr id="32" name="bd_118"/>
          <p:cNvSpPr/>
          <p:nvPr/>
        </p:nvSpPr>
        <p:spPr>
          <a:xfrm>
            <a:off x="3246120" y="350215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9"/>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20"/>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serious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1"/>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2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2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28"/>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9"/>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32"/>
          <p:cNvSpPr/>
          <p:nvPr/>
        </p:nvSpPr>
        <p:spPr>
          <a:xfrm>
            <a:off x="320040" y="1417320"/>
            <a:ext cx="2697480" cy="969264"/>
          </a:xfrm>
          <a:prstGeom prst="roundRect">
            <a:avLst>
              <a:gd name="adj" fmla="val 1320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1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7" descr="/home/claude/lls-course/v2/cache/1b2_selfish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138"/>
          <p:cNvSpPr/>
          <p:nvPr/>
        </p:nvSpPr>
        <p:spPr>
          <a:xfrm>
            <a:off x="3246120" y="1403604"/>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9"/>
          <p:cNvSpPr/>
          <p:nvPr/>
        </p:nvSpPr>
        <p:spPr>
          <a:xfrm>
            <a:off x="3630168" y="1417320"/>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900" dirty="0"/>
          </a:p>
        </p:txBody>
      </p:sp>
      <p:sp>
        <p:nvSpPr>
          <p:cNvPr id="22" name="R1_chip140"/>
          <p:cNvSpPr/>
          <p:nvPr/>
        </p:nvSpPr>
        <p:spPr>
          <a:xfrm>
            <a:off x="5806440" y="141732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selfish</a:t>
            </a:r>
            <a:endParaRPr lang="en-US" sz="1050" dirty="0"/>
          </a:p>
        </p:txBody>
      </p:sp>
      <p:sp>
        <p:nvSpPr>
          <p:cNvPr id="23" name="bd_141"/>
          <p:cNvSpPr/>
          <p:nvPr/>
        </p:nvSpPr>
        <p:spPr>
          <a:xfrm>
            <a:off x="3246120" y="1732788"/>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2"/>
          <p:cNvSpPr/>
          <p:nvPr/>
        </p:nvSpPr>
        <p:spPr>
          <a:xfrm>
            <a:off x="3630168" y="1746504"/>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900" dirty="0"/>
          </a:p>
        </p:txBody>
      </p:sp>
      <p:sp>
        <p:nvSpPr>
          <p:cNvPr id="25" name="R2_chip143"/>
          <p:cNvSpPr/>
          <p:nvPr/>
        </p:nvSpPr>
        <p:spPr>
          <a:xfrm>
            <a:off x="5806440" y="174650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spoilt</a:t>
            </a:r>
            <a:endParaRPr lang="en-US" sz="1050" dirty="0"/>
          </a:p>
        </p:txBody>
      </p:sp>
      <p:sp>
        <p:nvSpPr>
          <p:cNvPr id="26" name="bd_144"/>
          <p:cNvSpPr/>
          <p:nvPr/>
        </p:nvSpPr>
        <p:spPr>
          <a:xfrm>
            <a:off x="3246120" y="206197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5"/>
          <p:cNvSpPr/>
          <p:nvPr/>
        </p:nvSpPr>
        <p:spPr>
          <a:xfrm>
            <a:off x="3630168" y="2075688"/>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tells people what to do</a:t>
            </a:r>
            <a:endParaRPr lang="en-US" sz="900" dirty="0"/>
          </a:p>
        </p:txBody>
      </p:sp>
      <p:sp>
        <p:nvSpPr>
          <p:cNvPr id="28" name="R3_chip146"/>
          <p:cNvSpPr/>
          <p:nvPr/>
        </p:nvSpPr>
        <p:spPr>
          <a:xfrm>
            <a:off x="5806440" y="207568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9" name="bd_147"/>
          <p:cNvSpPr/>
          <p:nvPr/>
        </p:nvSpPr>
        <p:spPr>
          <a:xfrm>
            <a:off x="3246120" y="2391156"/>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8"/>
          <p:cNvSpPr/>
          <p:nvPr/>
        </p:nvSpPr>
        <p:spPr>
          <a:xfrm>
            <a:off x="3630168" y="2404872"/>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900" dirty="0"/>
          </a:p>
        </p:txBody>
      </p:sp>
      <p:sp>
        <p:nvSpPr>
          <p:cNvPr id="31" name="R4_chip149"/>
          <p:cNvSpPr/>
          <p:nvPr/>
        </p:nvSpPr>
        <p:spPr>
          <a:xfrm>
            <a:off x="5806440" y="240487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32" name="bd_150"/>
          <p:cNvSpPr/>
          <p:nvPr/>
        </p:nvSpPr>
        <p:spPr>
          <a:xfrm>
            <a:off x="3246120" y="2720340"/>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1"/>
          <p:cNvSpPr/>
          <p:nvPr/>
        </p:nvSpPr>
        <p:spPr>
          <a:xfrm>
            <a:off x="3630168" y="2734056"/>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52"/>
          <p:cNvSpPr/>
          <p:nvPr/>
        </p:nvSpPr>
        <p:spPr>
          <a:xfrm>
            <a:off x="5806440" y="273405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moody</a:t>
            </a:r>
            <a:endParaRPr lang="en-US" sz="1050" dirty="0"/>
          </a:p>
        </p:txBody>
      </p:sp>
      <p:sp>
        <p:nvSpPr>
          <p:cNvPr id="35" name="bd_153"/>
          <p:cNvSpPr/>
          <p:nvPr/>
        </p:nvSpPr>
        <p:spPr>
          <a:xfrm>
            <a:off x="3246120" y="3049524"/>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4"/>
          <p:cNvSpPr/>
          <p:nvPr/>
        </p:nvSpPr>
        <p:spPr>
          <a:xfrm>
            <a:off x="3630168" y="3063240"/>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always wants to win</a:t>
            </a:r>
            <a:endParaRPr lang="en-US" sz="900" dirty="0"/>
          </a:p>
        </p:txBody>
      </p:sp>
      <p:sp>
        <p:nvSpPr>
          <p:cNvPr id="37" name="R6_chip155"/>
          <p:cNvSpPr/>
          <p:nvPr/>
        </p:nvSpPr>
        <p:spPr>
          <a:xfrm>
            <a:off x="5806440" y="306324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competitive</a:t>
            </a:r>
            <a:endParaRPr lang="en-US" sz="1050" dirty="0"/>
          </a:p>
        </p:txBody>
      </p:sp>
      <p:sp>
        <p:nvSpPr>
          <p:cNvPr id="38" name="bd_156"/>
          <p:cNvSpPr/>
          <p:nvPr/>
        </p:nvSpPr>
        <p:spPr>
          <a:xfrm>
            <a:off x="3246120" y="3378708"/>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7"/>
          <p:cNvSpPr/>
          <p:nvPr/>
        </p:nvSpPr>
        <p:spPr>
          <a:xfrm>
            <a:off x="3630168" y="3392424"/>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900" dirty="0"/>
          </a:p>
        </p:txBody>
      </p:sp>
      <p:sp>
        <p:nvSpPr>
          <p:cNvPr id="40" name="R7_chip158"/>
          <p:cNvSpPr/>
          <p:nvPr/>
        </p:nvSpPr>
        <p:spPr>
          <a:xfrm>
            <a:off x="5806440" y="339242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anxious /ˈæŋkʃəs/</a:t>
            </a:r>
            <a:endParaRPr lang="en-US" sz="1050" dirty="0"/>
          </a:p>
        </p:txBody>
      </p:sp>
      <p:sp>
        <p:nvSpPr>
          <p:cNvPr id="41" name="bd_159"/>
          <p:cNvSpPr/>
          <p:nvPr/>
        </p:nvSpPr>
        <p:spPr>
          <a:xfrm>
            <a:off x="3246120" y="370789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60"/>
          <p:cNvSpPr/>
          <p:nvPr/>
        </p:nvSpPr>
        <p:spPr>
          <a:xfrm>
            <a:off x="3630168" y="3721608"/>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900" dirty="0"/>
          </a:p>
        </p:txBody>
      </p:sp>
      <p:sp>
        <p:nvSpPr>
          <p:cNvPr id="43" name="R8_chip161"/>
          <p:cNvSpPr/>
          <p:nvPr/>
        </p:nvSpPr>
        <p:spPr>
          <a:xfrm>
            <a:off x="5806440" y="372160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insecure</a:t>
            </a:r>
            <a:endParaRPr lang="en-US" sz="1050" dirty="0"/>
          </a:p>
        </p:txBody>
      </p:sp>
      <p:sp>
        <p:nvSpPr>
          <p:cNvPr id="44" name="bd_162"/>
          <p:cNvSpPr/>
          <p:nvPr/>
        </p:nvSpPr>
        <p:spPr>
          <a:xfrm>
            <a:off x="3246120" y="403707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63"/>
          <p:cNvSpPr/>
          <p:nvPr/>
        </p:nvSpPr>
        <p:spPr>
          <a:xfrm>
            <a:off x="3630168" y="4050792"/>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easily hurt or offended</a:t>
            </a:r>
            <a:endParaRPr lang="en-US" sz="900" dirty="0"/>
          </a:p>
        </p:txBody>
      </p:sp>
      <p:sp>
        <p:nvSpPr>
          <p:cNvPr id="46" name="R9_chip164"/>
          <p:cNvSpPr/>
          <p:nvPr/>
        </p:nvSpPr>
        <p:spPr>
          <a:xfrm>
            <a:off x="5806440" y="405079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sensitive</a:t>
            </a:r>
            <a:endParaRPr lang="en-US" sz="1050" dirty="0"/>
          </a:p>
        </p:txBody>
      </p:sp>
      <p:sp>
        <p:nvSpPr>
          <p:cNvPr id="47" name="bd_165"/>
          <p:cNvSpPr/>
          <p:nvPr/>
        </p:nvSpPr>
        <p:spPr>
          <a:xfrm>
            <a:off x="3246120" y="4366260"/>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6"/>
          <p:cNvSpPr/>
          <p:nvPr/>
        </p:nvSpPr>
        <p:spPr>
          <a:xfrm>
            <a:off x="3630168" y="4379976"/>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7"/>
          <p:cNvSpPr/>
          <p:nvPr/>
        </p:nvSpPr>
        <p:spPr>
          <a:xfrm>
            <a:off x="5806440" y="437997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ambitious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8"/>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7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7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7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7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175"/>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176"/>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7"/>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3" name="logo_1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5" name="cd_180"/>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sh_18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7" name="ln_182"/>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R1_lnA183"/>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9" name="ln_184"/>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R2_lnA185"/>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1" name="ln_186"/>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R3_lnA187"/>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3" name="ln_188"/>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R4_lnA189"/>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5" name="ln_190"/>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R5_lnA191"/>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7" name="ln_192"/>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R6_lnA193"/>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9" name="ln_194"/>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R7_lnA195"/>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1" name="ln_196"/>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R8_lnA197"/>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3" name="ln_198"/>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R9_lnA199"/>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5" name="ln_200"/>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R10_lnA201"/>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7" name="ap_202"/>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8" name="ah_20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40" name="ah_20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2" name="pf_205"/>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3" name="ph_206" descr="/home/claude/lls-course/v2/cache/spare_life_personality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44" name="cd_207"/>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5" name="ii_20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6" name="ih_20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7" name="il_21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Positive or negative?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affectionate = shows love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9"/>
                                        </p:tgtEl>
                                      </p:cBhvr>
                                    </p:cmd>
                                  </p:childTnLst>
                                </p:cTn>
                              </p:par>
                            </p:childTnLst>
                          </p:cTn>
                        </p:par>
                      </p:childTnLst>
                    </p:cTn>
                  </p:par>
                </p:childTnLst>
              </p:cTn>
              <p:nextCondLst>
                <p:cond evt="onClick" delay="0">
                  <p:tgtEl>
                    <p:spTgt spid="39"/>
                  </p:tgtEl>
                </p:cond>
              </p:nextCondLst>
            </p:seq>
            <p:seq concurrent="1" nextAc="seek">
              <p:cTn id="58" restart="whenNotActive" fill="hold" evtFilter="cancelBubble" nodeType="interactiveSeq">
                <p:stCondLst>
                  <p:cond evt="onClick" delay="0">
                    <p:tgtEl>
                      <p:spTgt spid="41"/>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1"/>
                                        </p:tgtEl>
                                      </p:cBhvr>
                                    </p:cmd>
                                  </p:childTnLst>
                                </p:cTn>
                              </p:par>
                            </p:childTnLst>
                          </p:cTn>
                        </p:par>
                      </p:childTnLst>
                    </p:cTn>
                  </p:par>
                </p:childTnLst>
              </p:cTn>
              <p:nextCondLst>
                <p:cond evt="onClick" delay="0">
                  <p:tgtEl>
                    <p:spTgt spid="41"/>
                  </p:tgtEl>
                </p:cond>
              </p:nextCondLst>
            </p:seq>
            <p:audio>
              <p:cMediaNode vol="80000">
                <p:cTn id="63" fill="hold" display="0">
                  <p:stCondLst>
                    <p:cond delay="indefinite"/>
                  </p:stCondLst>
                  <p:endCondLst>
                    <p:cond evt="onStopAudio" delay="0">
                      <p:tgtEl>
                        <p:sldTgt/>
                      </p:tgtEl>
                    </p:cond>
                  </p:endCondLst>
                </p:cTn>
                <p:tgtEl>
                  <p:spTgt spid="39"/>
                </p:tgtEl>
              </p:cMediaNode>
            </p:audio>
            <p:audio>
              <p:cMediaNode vol="80000">
                <p:cTn id="64" fill="hold" display="0">
                  <p:stCondLst>
                    <p:cond delay="indefinite"/>
                  </p:stCondLst>
                  <p:endCondLst>
                    <p:cond evt="onStopAudio" delay="0">
                      <p:tgtEl>
                        <p:sldTgt/>
                      </p:tgtEl>
                    </p:cond>
                  </p:endCondLst>
                </p:cTn>
                <p:tgtEl>
                  <p:spTgt spid="41"/>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218"/>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9"/>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2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22"/>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22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2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2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6"/>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e_22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30"/>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23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3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3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34"/>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e_23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8"/>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e_23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4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4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42"/>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e_24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4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4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6"/>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9" name="e_24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50"/>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3" name="e_25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5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5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54"/>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7" name="e_25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8"/>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51" name="e_25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6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6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62"/>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5" name="e_26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6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6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6"/>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9" name="e_26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70"/>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3" name="R13_w27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7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8"/>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79"/>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80"/>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83"/>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2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6"/>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situation.</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Leggi la situazione.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Right adjective = 1 point.</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Aggettivo giusto = 1 punto.</a:t>
            </a:r>
            <a:endParaRPr lang="en-US" sz="1150" dirty="0"/>
          </a:p>
        </p:txBody>
      </p:sp>
      <p:sp>
        <p:nvSpPr>
          <p:cNvPr id="18" name="pf_287"/>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8" descr="/home/claude/lls-course/v2/cache/1b2_stubborn_jpg_572x253_31.png">    </p:cNvPr>
          <p:cNvPicPr>
            <a:picLocks noChangeAspect="1"/>
          </p:cNvPicPr>
          <p:nvPr/>
        </p:nvPicPr>
        <p:blipFill>
          <a:blip r:embed="rId5"/>
          <a:stretch>
            <a:fillRect/>
          </a:stretch>
        </p:blipFill>
        <p:spPr>
          <a:xfrm rot="-120000">
            <a:off x="457200" y="4114800"/>
            <a:ext cx="2377440" cy="1051560"/>
          </a:xfrm>
          <a:prstGeom prst="rect">
            <a:avLst/>
          </a:prstGeom>
        </p:spPr>
      </p:pic>
      <p:sp>
        <p:nvSpPr>
          <p:cNvPr id="20" name="bd_289"/>
          <p:cNvSpPr/>
          <p:nvPr/>
        </p:nvSpPr>
        <p:spPr>
          <a:xfrm>
            <a:off x="3246120" y="149123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90"/>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R1_chip291"/>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stubborn</a:t>
            </a:r>
            <a:endParaRPr lang="en-US" sz="1200" dirty="0"/>
          </a:p>
        </p:txBody>
      </p:sp>
      <p:sp>
        <p:nvSpPr>
          <p:cNvPr id="23" name="bd_292"/>
          <p:cNvSpPr/>
          <p:nvPr/>
        </p:nvSpPr>
        <p:spPr>
          <a:xfrm>
            <a:off x="3246120" y="203225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93"/>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250" dirty="0"/>
          </a:p>
        </p:txBody>
      </p:sp>
      <p:sp>
        <p:nvSpPr>
          <p:cNvPr id="25" name="R2_chip29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bossy</a:t>
            </a:r>
            <a:endParaRPr lang="en-US" sz="1200" dirty="0"/>
          </a:p>
        </p:txBody>
      </p:sp>
      <p:sp>
        <p:nvSpPr>
          <p:cNvPr id="26" name="bd_295"/>
          <p:cNvSpPr/>
          <p:nvPr/>
        </p:nvSpPr>
        <p:spPr>
          <a:xfrm>
            <a:off x="3246120" y="257327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96"/>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250" dirty="0"/>
          </a:p>
        </p:txBody>
      </p:sp>
      <p:sp>
        <p:nvSpPr>
          <p:cNvPr id="28" name="R3_chip29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moody</a:t>
            </a:r>
            <a:endParaRPr lang="en-US" sz="1200" dirty="0"/>
          </a:p>
        </p:txBody>
      </p:sp>
      <p:sp>
        <p:nvSpPr>
          <p:cNvPr id="29" name="bd_298"/>
          <p:cNvSpPr/>
          <p:nvPr/>
        </p:nvSpPr>
        <p:spPr>
          <a:xfrm>
            <a:off x="3246120" y="3114294"/>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99"/>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250" dirty="0"/>
          </a:p>
        </p:txBody>
      </p:sp>
      <p:sp>
        <p:nvSpPr>
          <p:cNvPr id="31" name="R4_chip30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spoilt</a:t>
            </a:r>
            <a:endParaRPr lang="en-US" sz="1200" dirty="0"/>
          </a:p>
        </p:txBody>
      </p:sp>
      <p:sp>
        <p:nvSpPr>
          <p:cNvPr id="32" name="bd_301"/>
          <p:cNvSpPr/>
          <p:nvPr/>
        </p:nvSpPr>
        <p:spPr>
          <a:xfrm>
            <a:off x="3246120" y="365531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02"/>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250" dirty="0"/>
          </a:p>
        </p:txBody>
      </p:sp>
      <p:sp>
        <p:nvSpPr>
          <p:cNvPr id="34" name="R5_chip30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competitive</a:t>
            </a:r>
            <a:endParaRPr lang="en-US" sz="1200" dirty="0"/>
          </a:p>
        </p:txBody>
      </p:sp>
      <p:sp>
        <p:nvSpPr>
          <p:cNvPr id="35" name="bd_304"/>
          <p:cNvSpPr/>
          <p:nvPr/>
        </p:nvSpPr>
        <p:spPr>
          <a:xfrm>
            <a:off x="3246120" y="419633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305"/>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250" dirty="0"/>
          </a:p>
        </p:txBody>
      </p:sp>
      <p:sp>
        <p:nvSpPr>
          <p:cNvPr id="37" name="R6_chip30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 / honest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7"/>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8"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9"/>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1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1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1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0" name="meta_31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8"/>
          <p:cNvSpPr/>
          <p:nvPr/>
        </p:nvSpPr>
        <p:spPr>
          <a:xfrm>
            <a:off x="320040" y="1417320"/>
            <a:ext cx="2697480" cy="2295144"/>
          </a:xfrm>
          <a:prstGeom prst="roundRect">
            <a:avLst>
              <a:gd name="adj" fmla="val 557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3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ap_321"/>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8" name="ah_32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0" name="ah_32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2" name="lg_32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2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26"/>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7"/>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8"/>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9"/>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30"/>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31"/>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32"/>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33"/>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34"/>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35"/>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36"/>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7"/>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8"/>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9"/>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40"/>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41"/>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42"/>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43"/>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44"/>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19"/>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5"/>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5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352"/>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53"/>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6"/>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3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9"/>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parola.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1000" dirty="0"/>
          </a:p>
        </p:txBody>
      </p:sp>
      <p:sp>
        <p:nvSpPr>
          <p:cNvPr id="18" name="st_360"/>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61"/>
          <p:cNvSpPr/>
          <p:nvPr/>
        </p:nvSpPr>
        <p:spPr>
          <a:xfrm>
            <a:off x="3246120" y="149123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62"/>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unpatient</a:t>
            </a:r>
            <a:endParaRPr lang="en-US" sz="1250" dirty="0"/>
          </a:p>
        </p:txBody>
      </p:sp>
      <p:sp>
        <p:nvSpPr>
          <p:cNvPr id="21" name="R1_chip363"/>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impatient</a:t>
            </a:r>
            <a:endParaRPr lang="en-US" sz="1200" dirty="0"/>
          </a:p>
        </p:txBody>
      </p:sp>
      <p:sp>
        <p:nvSpPr>
          <p:cNvPr id="22" name="bd_364"/>
          <p:cNvSpPr/>
          <p:nvPr/>
        </p:nvSpPr>
        <p:spPr>
          <a:xfrm>
            <a:off x="3246120" y="203225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5"/>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unkind</a:t>
            </a:r>
            <a:endParaRPr lang="en-US" sz="1250" dirty="0"/>
          </a:p>
        </p:txBody>
      </p:sp>
      <p:sp>
        <p:nvSpPr>
          <p:cNvPr id="24" name="R2_chip36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5" name="bd_367"/>
          <p:cNvSpPr/>
          <p:nvPr/>
        </p:nvSpPr>
        <p:spPr>
          <a:xfrm>
            <a:off x="3246120" y="257327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8"/>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inhonest</a:t>
            </a:r>
            <a:endParaRPr lang="en-US" sz="1250" dirty="0"/>
          </a:p>
        </p:txBody>
      </p:sp>
      <p:sp>
        <p:nvSpPr>
          <p:cNvPr id="27" name="R3_chip36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dishonest</a:t>
            </a:r>
            <a:endParaRPr lang="en-US" sz="1200" dirty="0"/>
          </a:p>
        </p:txBody>
      </p:sp>
      <p:sp>
        <p:nvSpPr>
          <p:cNvPr id="28" name="bd_370"/>
          <p:cNvSpPr/>
          <p:nvPr/>
        </p:nvSpPr>
        <p:spPr>
          <a:xfrm>
            <a:off x="3246120" y="3114294"/>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71"/>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irresponsible</a:t>
            </a:r>
            <a:endParaRPr lang="en-US" sz="1250" dirty="0"/>
          </a:p>
        </p:txBody>
      </p:sp>
      <p:sp>
        <p:nvSpPr>
          <p:cNvPr id="30" name="R4_chip37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31" name="bd_373"/>
          <p:cNvSpPr/>
          <p:nvPr/>
        </p:nvSpPr>
        <p:spPr>
          <a:xfrm>
            <a:off x="3246120" y="3655314"/>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74"/>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disreliable</a:t>
            </a:r>
            <a:endParaRPr lang="en-US" sz="1250" dirty="0"/>
          </a:p>
        </p:txBody>
      </p:sp>
      <p:sp>
        <p:nvSpPr>
          <p:cNvPr id="33" name="R5_chip37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unreliable</a:t>
            </a:r>
            <a:endParaRPr lang="en-US" sz="1200" dirty="0"/>
          </a:p>
        </p:txBody>
      </p:sp>
      <p:sp>
        <p:nvSpPr>
          <p:cNvPr id="34" name="bd_376"/>
          <p:cNvSpPr/>
          <p:nvPr/>
        </p:nvSpPr>
        <p:spPr>
          <a:xfrm>
            <a:off x="3246120" y="4196334"/>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77"/>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unselfish</a:t>
            </a:r>
            <a:endParaRPr lang="en-US" sz="1250" dirty="0"/>
          </a:p>
        </p:txBody>
      </p:sp>
      <p:sp>
        <p:nvSpPr>
          <p:cNvPr id="36" name="R6_chip37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 (a positive word!)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9"/>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8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8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5"/>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386"/>
          <p:cNvSpPr/>
          <p:nvPr/>
        </p:nvSpPr>
        <p:spPr>
          <a:xfrm>
            <a:off x="6510528" y="493776"/>
            <a:ext cx="1901952" cy="274320"/>
          </a:xfrm>
          <a:prstGeom prst="roundRect">
            <a:avLst>
              <a:gd name="adj" fmla="val 50000"/>
            </a:avLst>
          </a:prstGeom>
          <a:solidFill>
            <a:srgbClr val="FFFFFF"/>
          </a:solidFill>
          <a:ln w="28575">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PRONUNCIA</a:t>
            </a:r>
            <a:endParaRPr lang="en-US" sz="950" dirty="0"/>
          </a:p>
        </p:txBody>
      </p:sp>
      <p:sp>
        <p:nvSpPr>
          <p:cNvPr id="11" name="meta_387"/>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8"/>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Listening for detail</a:t>
            </a:r>
            <a:endParaRPr lang="en-US" sz="750" dirty="0"/>
          </a:p>
        </p:txBody>
      </p:sp>
      <p:pic>
        <p:nvPicPr>
          <p:cNvPr id="13"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5" name="ap_39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6" name="ah_39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9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9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95" descr="/home/claude/lls-course/v2/cache/spare_life_teenag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96"/>
          <p:cNvSpPr/>
          <p:nvPr/>
        </p:nvSpPr>
        <p:spPr>
          <a:xfrm>
            <a:off x="320040" y="4023360"/>
            <a:ext cx="2788920" cy="731520"/>
          </a:xfrm>
          <a:prstGeom prst="roundRect">
            <a:avLst>
              <a:gd name="adj" fmla="val 1750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3" name="ii_39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9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gq_399"/>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R1_chip400"/>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7" name="gq_401"/>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8" name="R2_chip402"/>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9" name="gq_403"/>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R3_chip404"/>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1" name="gq_405"/>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2" name="R4_chip406"/>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3" name="gq_407"/>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4" name="R5_chip408"/>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5" name="gq_409"/>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R6_chip410"/>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7" name="gq_411"/>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8" name="R7_chip412"/>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9" name="gq_413"/>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40" name="R8_chip414"/>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5"/>
          <p:cNvSpPr/>
          <p:nvPr/>
        </p:nvSpPr>
        <p:spPr>
          <a:xfrm>
            <a:off x="201168" y="164592"/>
            <a:ext cx="841248" cy="841248"/>
          </a:xfrm>
          <a:prstGeom prst="ellipse">
            <a:avLst/>
          </a:prstGeom>
          <a:solidFill>
            <a:srgbClr val="7B5CD6"/>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2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422"/>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423"/>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4"/>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5" name="pf_427"/>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28" descr="/home/claude/lls-course/v2/cache/1b2_stubborn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7" name="cd_429"/>
          <p:cNvSpPr/>
          <p:nvPr/>
        </p:nvSpPr>
        <p:spPr>
          <a:xfrm>
            <a:off x="320040" y="2834640"/>
            <a:ext cx="2697480" cy="1920240"/>
          </a:xfrm>
          <a:prstGeom prst="roundRect">
            <a:avLst>
              <a:gd name="adj" fmla="val 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430"/>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31"/>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20" name="il_432"/>
          <p:cNvSpPr/>
          <p:nvPr/>
        </p:nvSpPr>
        <p:spPr>
          <a:xfrm>
            <a:off x="886968" y="3328416"/>
            <a:ext cx="2039112" cy="13533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responsible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responsabile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bossy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prepotente, autoritario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disorganized</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disordinato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stubborn</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testardo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immature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immaturo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impatient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impaziente</a:t>
            </a:r>
            <a:endParaRPr lang="en-US" sz="700" dirty="0"/>
          </a:p>
        </p:txBody>
      </p:sp>
      <p:sp>
        <p:nvSpPr>
          <p:cNvPr id="21" name="R1_sb433"/>
          <p:cNvSpPr/>
          <p:nvPr/>
        </p:nvSpPr>
        <p:spPr>
          <a:xfrm>
            <a:off x="3200400" y="145389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sl434"/>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50" dirty="0"/>
          </a:p>
        </p:txBody>
      </p:sp>
      <p:sp>
        <p:nvSpPr>
          <p:cNvPr id="23" name="R2_sb435"/>
          <p:cNvSpPr/>
          <p:nvPr/>
        </p:nvSpPr>
        <p:spPr>
          <a:xfrm>
            <a:off x="3200400" y="201777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sl436"/>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5" name="R3_sb437"/>
          <p:cNvSpPr/>
          <p:nvPr/>
        </p:nvSpPr>
        <p:spPr>
          <a:xfrm>
            <a:off x="3200400" y="2581656"/>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sl438"/>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150" dirty="0"/>
          </a:p>
        </p:txBody>
      </p:sp>
      <p:sp>
        <p:nvSpPr>
          <p:cNvPr id="27" name="R4_sb439"/>
          <p:cNvSpPr/>
          <p:nvPr/>
        </p:nvSpPr>
        <p:spPr>
          <a:xfrm>
            <a:off x="3200400" y="3145536"/>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sl440"/>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150" dirty="0"/>
          </a:p>
        </p:txBody>
      </p:sp>
      <p:sp>
        <p:nvSpPr>
          <p:cNvPr id="29" name="R5_sb441"/>
          <p:cNvSpPr/>
          <p:nvPr/>
        </p:nvSpPr>
        <p:spPr>
          <a:xfrm>
            <a:off x="3200400" y="3709416"/>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sl442"/>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50" dirty="0"/>
          </a:p>
        </p:txBody>
      </p:sp>
      <p:sp>
        <p:nvSpPr>
          <p:cNvPr id="31" name="R6_sb443"/>
          <p:cNvSpPr/>
          <p:nvPr/>
        </p:nvSpPr>
        <p:spPr>
          <a:xfrm>
            <a:off x="3200400" y="4273296"/>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sl444"/>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9"/>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5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0" name="meta_452"/>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53"/>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6"/>
          <p:cNvSpPr/>
          <p:nvPr/>
        </p:nvSpPr>
        <p:spPr>
          <a:xfrm>
            <a:off x="320040" y="1417320"/>
            <a:ext cx="2697480" cy="969264"/>
          </a:xfrm>
          <a:prstGeom prst="roundRect">
            <a:avLst>
              <a:gd name="adj" fmla="val 1320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4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9"/>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60"/>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61" descr="/home/claude/lls-course/v2/cache/1b2_cov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462"/>
          <p:cNvSpPr/>
          <p:nvPr/>
        </p:nvSpPr>
        <p:spPr>
          <a:xfrm>
            <a:off x="3246120" y="144475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63"/>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950" dirty="0"/>
          </a:p>
        </p:txBody>
      </p:sp>
      <p:sp>
        <p:nvSpPr>
          <p:cNvPr id="22" name="R1_chip464"/>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23" name="bd_465"/>
          <p:cNvSpPr/>
          <p:nvPr/>
        </p:nvSpPr>
        <p:spPr>
          <a:xfrm>
            <a:off x="3246120" y="185623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6"/>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950" dirty="0"/>
          </a:p>
        </p:txBody>
      </p:sp>
      <p:sp>
        <p:nvSpPr>
          <p:cNvPr id="25" name="R2_chip467"/>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26" name="bd_468"/>
          <p:cNvSpPr/>
          <p:nvPr/>
        </p:nvSpPr>
        <p:spPr>
          <a:xfrm>
            <a:off x="3246120" y="226771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9"/>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950" dirty="0"/>
          </a:p>
        </p:txBody>
      </p:sp>
      <p:sp>
        <p:nvSpPr>
          <p:cNvPr id="28" name="R3_chip470"/>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
        <p:nvSpPr>
          <p:cNvPr id="29" name="bd_471"/>
          <p:cNvSpPr/>
          <p:nvPr/>
        </p:nvSpPr>
        <p:spPr>
          <a:xfrm>
            <a:off x="3246120" y="267919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72"/>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950" dirty="0"/>
          </a:p>
        </p:txBody>
      </p:sp>
      <p:sp>
        <p:nvSpPr>
          <p:cNvPr id="31" name="R4_chip473"/>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2" name="bd_474"/>
          <p:cNvSpPr/>
          <p:nvPr/>
        </p:nvSpPr>
        <p:spPr>
          <a:xfrm>
            <a:off x="3246120" y="309067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75"/>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make good leaders.</a:t>
            </a:r>
            <a:endParaRPr lang="en-US" sz="950" dirty="0"/>
          </a:p>
        </p:txBody>
      </p:sp>
      <p:sp>
        <p:nvSpPr>
          <p:cNvPr id="34" name="R5_chip476"/>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35" name="bd_477"/>
          <p:cNvSpPr/>
          <p:nvPr/>
        </p:nvSpPr>
        <p:spPr>
          <a:xfrm>
            <a:off x="3246120" y="350215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8"/>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950" dirty="0"/>
          </a:p>
        </p:txBody>
      </p:sp>
      <p:sp>
        <p:nvSpPr>
          <p:cNvPr id="37" name="R6_chip479"/>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8" name="bd_480"/>
          <p:cNvSpPr/>
          <p:nvPr/>
        </p:nvSpPr>
        <p:spPr>
          <a:xfrm>
            <a:off x="3246120" y="391363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81"/>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950" dirty="0"/>
          </a:p>
        </p:txBody>
      </p:sp>
      <p:sp>
        <p:nvSpPr>
          <p:cNvPr id="40" name="R7_chip482"/>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41" name="bd_483"/>
          <p:cNvSpPr/>
          <p:nvPr/>
        </p:nvSpPr>
        <p:spPr>
          <a:xfrm>
            <a:off x="3246120" y="432511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84"/>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950" dirty="0"/>
          </a:p>
        </p:txBody>
      </p:sp>
      <p:sp>
        <p:nvSpPr>
          <p:cNvPr id="43" name="R8_chip485"/>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8"/>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9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9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493"/>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1" name="meta_494"/>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95"/>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4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5" name="cd_498"/>
          <p:cNvSpPr/>
          <p:nvPr/>
        </p:nvSpPr>
        <p:spPr>
          <a:xfrm>
            <a:off x="320040" y="1417320"/>
            <a:ext cx="2697480" cy="1911096"/>
          </a:xfrm>
          <a:prstGeom prst="roundRect">
            <a:avLst>
              <a:gd name="adj" fmla="val 6699"/>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4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lg_50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9" name="lg_50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0" name="lg_503"/>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1" name="lg_504"/>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2" name="sq_505"/>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3" name="R1_tag506"/>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4" name="sq_507"/>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000" dirty="0"/>
          </a:p>
        </p:txBody>
      </p:sp>
      <p:sp>
        <p:nvSpPr>
          <p:cNvPr id="25" name="R2_tag508"/>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6" name="sq_509"/>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000" dirty="0"/>
          </a:p>
        </p:txBody>
      </p:sp>
      <p:sp>
        <p:nvSpPr>
          <p:cNvPr id="27" name="R3_tag510"/>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8" name="sq_511"/>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000" dirty="0"/>
          </a:p>
        </p:txBody>
      </p:sp>
      <p:sp>
        <p:nvSpPr>
          <p:cNvPr id="29" name="R4_tag512"/>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0" name="sq_513"/>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000" dirty="0"/>
          </a:p>
        </p:txBody>
      </p:sp>
      <p:sp>
        <p:nvSpPr>
          <p:cNvPr id="31" name="R5_tag514"/>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2" name="sq_515"/>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000" dirty="0"/>
          </a:p>
        </p:txBody>
      </p:sp>
      <p:sp>
        <p:nvSpPr>
          <p:cNvPr id="33" name="R6_tag516"/>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4" name="sq_517"/>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5" name="R7_tag518"/>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6" name="sq_519"/>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000" dirty="0"/>
          </a:p>
        </p:txBody>
      </p:sp>
      <p:sp>
        <p:nvSpPr>
          <p:cNvPr id="37" name="R8_tag520"/>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8" name="pf_521"/>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522" descr="/home/claude/lls-course/v2/cache/spare_1b2_rules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3"/>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24"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5"/>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30"/>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1"/>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3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4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4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42"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43"/>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4" name="ii_54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tend to = di solito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leaders = capi, guide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5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5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5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5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6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61"/>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6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6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6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6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8"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9"/>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6" name="ii_5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72"/>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sympathetic = comprensivo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sort out = risolvere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3"/>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74"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5"/>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80"/>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81"/>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8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9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9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92"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93"/>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4" name="ii_59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depend on = dipendere da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7"/>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60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0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6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60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60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60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1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1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1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1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1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1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9"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20"/>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ii_62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2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23"/>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by themselves = da soli</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4"/>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30"/>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63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3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5"/>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6" descr="/home/claude/lls-course/v2/cache/spare_1b2_sharing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637"/>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63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40"/>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for me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Not really – I'm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brother is a typical…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not say.</a:t>
            </a:r>
            <a:endParaRPr lang="en-US" sz="1150" dirty="0"/>
          </a:p>
        </p:txBody>
      </p:sp>
      <p:sp>
        <p:nvSpPr>
          <p:cNvPr id="20" name="R1_qb641"/>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4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950" dirty="0"/>
          </a:p>
        </p:txBody>
      </p:sp>
      <p:sp>
        <p:nvSpPr>
          <p:cNvPr id="22" name="R2_qb643"/>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4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950" dirty="0"/>
          </a:p>
        </p:txBody>
      </p:sp>
      <p:sp>
        <p:nvSpPr>
          <p:cNvPr id="24" name="R3_qb645"/>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950" dirty="0"/>
          </a:p>
        </p:txBody>
      </p:sp>
      <p:sp>
        <p:nvSpPr>
          <p:cNvPr id="26" name="R4_qb647"/>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8"/>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950" dirty="0"/>
          </a:p>
        </p:txBody>
      </p:sp>
      <p:pic>
        <p:nvPicPr>
          <p:cNvPr id="28" name="R4_th649"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50"/>
          <p:cNvSpPr/>
          <p:nvPr/>
        </p:nvSpPr>
        <p:spPr>
          <a:xfrm>
            <a:off x="3273552" y="3867912"/>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51"/>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950" dirty="0"/>
          </a:p>
        </p:txBody>
      </p:sp>
      <p:pic>
        <p:nvPicPr>
          <p:cNvPr id="31" name="R5_th652"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9"/>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660"/>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61"/>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64"/>
          <p:cNvSpPr/>
          <p:nvPr/>
        </p:nvSpPr>
        <p:spPr>
          <a:xfrm>
            <a:off x="320040" y="1417320"/>
            <a:ext cx="2697480" cy="969264"/>
          </a:xfrm>
          <a:prstGeom prst="roundRect">
            <a:avLst>
              <a:gd name="adj" fmla="val 1320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6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7"/>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900" dirty="0"/>
          </a:p>
        </p:txBody>
      </p:sp>
      <p:sp>
        <p:nvSpPr>
          <p:cNvPr id="18" name="pf_668"/>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9" descr="/home/claude/lls-course/v2/cache/spare_life_childhood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670"/>
          <p:cNvSpPr/>
          <p:nvPr/>
        </p:nvSpPr>
        <p:spPr>
          <a:xfrm>
            <a:off x="3246120" y="144475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71"/>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72"/>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950" dirty="0"/>
          </a:p>
        </p:txBody>
      </p:sp>
      <p:sp>
        <p:nvSpPr>
          <p:cNvPr id="23" name="bd_673"/>
          <p:cNvSpPr/>
          <p:nvPr/>
        </p:nvSpPr>
        <p:spPr>
          <a:xfrm>
            <a:off x="3246120" y="185623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74"/>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5"/>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950" dirty="0"/>
          </a:p>
        </p:txBody>
      </p:sp>
      <p:sp>
        <p:nvSpPr>
          <p:cNvPr id="26" name="bd_676"/>
          <p:cNvSpPr/>
          <p:nvPr/>
        </p:nvSpPr>
        <p:spPr>
          <a:xfrm>
            <a:off x="3246120" y="226771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7"/>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8"/>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very shocked · inorridito</a:t>
            </a:r>
            <a:endParaRPr lang="en-US" sz="950" dirty="0"/>
          </a:p>
        </p:txBody>
      </p:sp>
      <p:sp>
        <p:nvSpPr>
          <p:cNvPr id="29" name="bd_679"/>
          <p:cNvSpPr/>
          <p:nvPr/>
        </p:nvSpPr>
        <p:spPr>
          <a:xfrm>
            <a:off x="3246120" y="267919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80"/>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81"/>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950" dirty="0"/>
          </a:p>
        </p:txBody>
      </p:sp>
      <p:sp>
        <p:nvSpPr>
          <p:cNvPr id="32" name="bd_682"/>
          <p:cNvSpPr/>
          <p:nvPr/>
        </p:nvSpPr>
        <p:spPr>
          <a:xfrm>
            <a:off x="3246120" y="309067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83"/>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84"/>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950" dirty="0"/>
          </a:p>
        </p:txBody>
      </p:sp>
      <p:sp>
        <p:nvSpPr>
          <p:cNvPr id="35" name="bd_685"/>
          <p:cNvSpPr/>
          <p:nvPr/>
        </p:nvSpPr>
        <p:spPr>
          <a:xfrm>
            <a:off x="3246120" y="350215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6"/>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7"/>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950" dirty="0"/>
          </a:p>
        </p:txBody>
      </p:sp>
      <p:sp>
        <p:nvSpPr>
          <p:cNvPr id="38" name="bd_688"/>
          <p:cNvSpPr/>
          <p:nvPr/>
        </p:nvSpPr>
        <p:spPr>
          <a:xfrm>
            <a:off x="3246120" y="391363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9"/>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90"/>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950" dirty="0"/>
          </a:p>
        </p:txBody>
      </p:sp>
      <p:sp>
        <p:nvSpPr>
          <p:cNvPr id="41" name="bd_691"/>
          <p:cNvSpPr/>
          <p:nvPr/>
        </p:nvSpPr>
        <p:spPr>
          <a:xfrm>
            <a:off x="3246120" y="432511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92"/>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93"/>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4"/>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700"/>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meta_70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70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7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5"/>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10"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11"/>
          <p:cNvSpPr/>
          <p:nvPr/>
        </p:nvSpPr>
        <p:spPr>
          <a:xfrm>
            <a:off x="310896" y="1956816"/>
            <a:ext cx="420624" cy="42062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1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13"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14"/>
          <p:cNvSpPr/>
          <p:nvPr/>
        </p:nvSpPr>
        <p:spPr>
          <a:xfrm>
            <a:off x="2185416" y="1956816"/>
            <a:ext cx="420624" cy="42062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5"/>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7" name="ii_71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8"/>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9"/>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20"/>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21"/>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22"/>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23"/>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24"/>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5"/>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6"/>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7"/>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3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3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3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734"/>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735"/>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36"/>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3" name="logo_7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5" name="ap_73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6" name="ah_74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4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4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43"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44"/>
          <p:cNvSpPr/>
          <p:nvPr/>
        </p:nvSpPr>
        <p:spPr>
          <a:xfrm>
            <a:off x="320040" y="4023360"/>
            <a:ext cx="2788920" cy="731520"/>
          </a:xfrm>
          <a:prstGeom prst="roundRect">
            <a:avLst>
              <a:gd name="adj" fmla="val 1750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3" name="ii_74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4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gq_74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6" name="R1_chip74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7" name="gq_74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8" name="R2_chip75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9" name="gq_75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30" name="R3_chip75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1" name="gq_75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5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3" name="gq_75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4" name="R5_chip75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7"/>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6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6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6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764"/>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765"/>
          <p:cNvSpPr/>
          <p:nvPr/>
        </p:nvSpPr>
        <p:spPr>
          <a:xfrm>
            <a:off x="6510528" y="804672"/>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66"/>
          <p:cNvSpPr/>
          <p:nvPr/>
        </p:nvSpPr>
        <p:spPr>
          <a:xfrm>
            <a:off x="6510528" y="1115568"/>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3" name="logo_7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5" name="ap_76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6" name="ah_77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7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7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73"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74"/>
          <p:cNvSpPr/>
          <p:nvPr/>
        </p:nvSpPr>
        <p:spPr>
          <a:xfrm>
            <a:off x="320040" y="4023360"/>
            <a:ext cx="2788920" cy="731520"/>
          </a:xfrm>
          <a:prstGeom prst="roundRect">
            <a:avLst>
              <a:gd name="adj" fmla="val 1750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3" name="ii_7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gq_77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6" name="R1_chip77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7" name="gq_77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8" name="R2_chip78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9" name="gq_78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30" name="R3_chip78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1" name="gq_78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8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3" name="gq_78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4" name="R5_chip78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7"/>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9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9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93"/>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794"/>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95"/>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8"/>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9" descr="/home/claude/lls-course/v2/cache/spare_life_childhood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800"/>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801"/>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802"/>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803"/>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you feel?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happened next?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was so angry / frightened!</a:t>
            </a:r>
            <a:endParaRPr lang="en-US" sz="1150" dirty="0"/>
          </a:p>
        </p:txBody>
      </p:sp>
      <p:sp>
        <p:nvSpPr>
          <p:cNvPr id="20" name="R1_qb804"/>
          <p:cNvSpPr/>
          <p:nvPr/>
        </p:nvSpPr>
        <p:spPr>
          <a:xfrm>
            <a:off x="3273552" y="1453896"/>
            <a:ext cx="329184" cy="329184"/>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80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050" dirty="0"/>
          </a:p>
        </p:txBody>
      </p:sp>
      <p:sp>
        <p:nvSpPr>
          <p:cNvPr id="22" name="R2_qb806"/>
          <p:cNvSpPr/>
          <p:nvPr/>
        </p:nvSpPr>
        <p:spPr>
          <a:xfrm>
            <a:off x="3273552" y="2057400"/>
            <a:ext cx="329184" cy="329184"/>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050" dirty="0"/>
          </a:p>
        </p:txBody>
      </p:sp>
      <p:sp>
        <p:nvSpPr>
          <p:cNvPr id="24" name="R3_qb808"/>
          <p:cNvSpPr/>
          <p:nvPr/>
        </p:nvSpPr>
        <p:spPr>
          <a:xfrm>
            <a:off x="3273552" y="2660904"/>
            <a:ext cx="329184" cy="329184"/>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behaved worse?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050" dirty="0"/>
          </a:p>
        </p:txBody>
      </p:sp>
      <p:sp>
        <p:nvSpPr>
          <p:cNvPr id="26" name="R4_qb810"/>
          <p:cNvSpPr/>
          <p:nvPr/>
        </p:nvSpPr>
        <p:spPr>
          <a:xfrm>
            <a:off x="3273552" y="3264408"/>
            <a:ext cx="329184" cy="329184"/>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11"/>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12"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3"/>
          <p:cNvSpPr/>
          <p:nvPr/>
        </p:nvSpPr>
        <p:spPr>
          <a:xfrm>
            <a:off x="201168" y="164592"/>
            <a:ext cx="841248" cy="841248"/>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1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1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1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9"/>
          <p:cNvSpPr/>
          <p:nvPr/>
        </p:nvSpPr>
        <p:spPr>
          <a:xfrm>
            <a:off x="6510528" y="182880"/>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20"/>
          <p:cNvSpPr/>
          <p:nvPr/>
        </p:nvSpPr>
        <p:spPr>
          <a:xfrm>
            <a:off x="6510528" y="493776"/>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8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23"/>
          <p:cNvSpPr/>
          <p:nvPr/>
        </p:nvSpPr>
        <p:spPr>
          <a:xfrm>
            <a:off x="457200" y="1508760"/>
            <a:ext cx="777240" cy="777240"/>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2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5" name="bd_825"/>
          <p:cNvSpPr/>
          <p:nvPr/>
        </p:nvSpPr>
        <p:spPr>
          <a:xfrm>
            <a:off x="457200" y="2468880"/>
            <a:ext cx="777240" cy="777240"/>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2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7" name="bd_827"/>
          <p:cNvSpPr/>
          <p:nvPr/>
        </p:nvSpPr>
        <p:spPr>
          <a:xfrm>
            <a:off x="457200" y="3429000"/>
            <a:ext cx="777240" cy="777240"/>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9" name="cd_829"/>
          <p:cNvSpPr/>
          <p:nvPr/>
        </p:nvSpPr>
        <p:spPr>
          <a:xfrm>
            <a:off x="5669280" y="1417320"/>
            <a:ext cx="3200400" cy="2221992"/>
          </a:xfrm>
          <a:prstGeom prst="roundRect">
            <a:avLst>
              <a:gd name="adj" fmla="val 576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0" name="ii_83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3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32"/>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33"/>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4"/>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3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3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40"/>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84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4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8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45"/>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84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9"/>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85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5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5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53"/>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85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5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5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7"/>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85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6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61"/>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86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6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6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6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6"/>
          <p:cNvSpPr/>
          <p:nvPr/>
        </p:nvSpPr>
        <p:spPr>
          <a:xfrm>
            <a:off x="201168" y="164592"/>
            <a:ext cx="841248" cy="841248"/>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7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72"/>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873"/>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74"/>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8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st_87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78"/>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8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8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50" dirty="0"/>
          </a:p>
        </p:txBody>
      </p:sp>
      <p:sp>
        <p:nvSpPr>
          <p:cNvPr id="19" name="pf_882"/>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83" descr="/home/claude/lls-course/v2/cache/1b2_taboo_jpg_572x253_31.png">    </p:cNvPr>
          <p:cNvPicPr>
            <a:picLocks noChangeAspect="1"/>
          </p:cNvPicPr>
          <p:nvPr/>
        </p:nvPicPr>
        <p:blipFill>
          <a:blip r:embed="rId5"/>
          <a:stretch>
            <a:fillRect/>
          </a:stretch>
        </p:blipFill>
        <p:spPr>
          <a:xfrm rot="-120000">
            <a:off x="457200" y="4114800"/>
            <a:ext cx="2377440" cy="1051560"/>
          </a:xfrm>
          <a:prstGeom prst="rect">
            <a:avLst/>
          </a:prstGeom>
        </p:spPr>
      </p:pic>
      <p:sp>
        <p:nvSpPr>
          <p:cNvPr id="21" name="rl_88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85"/>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86"/>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7"/>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8"/>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90"/>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91"/>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92"/>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93"/>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4"/>
          <p:cNvSpPr/>
          <p:nvPr/>
        </p:nvSpPr>
        <p:spPr>
          <a:xfrm>
            <a:off x="201168" y="164592"/>
            <a:ext cx="841248" cy="841248"/>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9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9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90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901"/>
          <p:cNvSpPr/>
          <p:nvPr/>
        </p:nvSpPr>
        <p:spPr>
          <a:xfrm>
            <a:off x="6510528" y="493776"/>
            <a:ext cx="1901952" cy="274320"/>
          </a:xfrm>
          <a:prstGeom prst="roundRect">
            <a:avLst>
              <a:gd name="adj" fmla="val 50000"/>
            </a:avLst>
          </a:prstGeom>
          <a:solidFill>
            <a:srgbClr val="FFFFFF"/>
          </a:solidFill>
          <a:ln w="28575">
            <a:solidFill>
              <a:srgbClr val="C9D3E2"/>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902"/>
          <p:cNvSpPr/>
          <p:nvPr/>
        </p:nvSpPr>
        <p:spPr>
          <a:xfrm>
            <a:off x="6510528" y="804672"/>
            <a:ext cx="1901952" cy="274320"/>
          </a:xfrm>
          <a:prstGeom prst="roundRect">
            <a:avLst>
              <a:gd name="adj" fmla="val 50000"/>
            </a:avLst>
          </a:prstGeom>
          <a:solidFill>
            <a:srgbClr val="F3EEFF"/>
          </a:solidFill>
          <a:ln w="28575">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9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st_90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06"/>
          <p:cNvSpPr/>
          <p:nvPr/>
        </p:nvSpPr>
        <p:spPr>
          <a:xfrm>
            <a:off x="320040" y="1417320"/>
            <a:ext cx="2697480" cy="1170432"/>
          </a:xfrm>
          <a:prstGeom prst="roundRect">
            <a:avLst>
              <a:gd name="adj" fmla="val 1093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9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9"/>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10"/>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11" descr="/home/claude/lls-course/v2/cache/1b2_oldes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21" name="bd_912"/>
          <p:cNvSpPr/>
          <p:nvPr/>
        </p:nvSpPr>
        <p:spPr>
          <a:xfrm>
            <a:off x="3246120" y="149047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13"/>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14"/>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15"/>
          <p:cNvSpPr/>
          <p:nvPr/>
        </p:nvSpPr>
        <p:spPr>
          <a:xfrm>
            <a:off x="3246120" y="1993392"/>
            <a:ext cx="310896" cy="310896"/>
          </a:xfrm>
          <a:prstGeom prst="ellipse">
            <a:avLst/>
          </a:prstGeom>
          <a:solidFill>
            <a:srgbClr val="2F8DE4"/>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16"/>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7"/>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8"/>
          <p:cNvSpPr/>
          <p:nvPr/>
        </p:nvSpPr>
        <p:spPr>
          <a:xfrm>
            <a:off x="3246120" y="2496312"/>
            <a:ext cx="310896" cy="310896"/>
          </a:xfrm>
          <a:prstGeom prst="ellipse">
            <a:avLst/>
          </a:prstGeom>
          <a:solidFill>
            <a:srgbClr val="2EB872"/>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9"/>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20"/>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21"/>
          <p:cNvSpPr/>
          <p:nvPr/>
        </p:nvSpPr>
        <p:spPr>
          <a:xfrm>
            <a:off x="3246120" y="2999232"/>
            <a:ext cx="310896" cy="310896"/>
          </a:xfrm>
          <a:prstGeom prst="ellipse">
            <a:avLst/>
          </a:prstGeom>
          <a:solidFill>
            <a:srgbClr val="F2B705"/>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22"/>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23"/>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24"/>
          <p:cNvSpPr/>
          <p:nvPr/>
        </p:nvSpPr>
        <p:spPr>
          <a:xfrm>
            <a:off x="3246120" y="3502152"/>
            <a:ext cx="310896" cy="310896"/>
          </a:xfrm>
          <a:prstGeom prst="ellipse">
            <a:avLst/>
          </a:prstGeom>
          <a:solidFill>
            <a:srgbClr val="E8508F"/>
          </a:solidFill>
          <a:ln w="28575">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25"/>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26"/>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2026-10-19T06:55:00Z</dcterms:created>
  <dcterms:modified xsi:type="dcterms:W3CDTF">2026-10-19T06:55:00Z</dcterms:modified>
</cp:coreProperties>
</file>