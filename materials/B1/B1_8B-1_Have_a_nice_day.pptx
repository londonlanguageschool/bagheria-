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one click shows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VERY helpful shop assistant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report what people said and asked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🛍️  learn shopping words: receipt, refund, bargain…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shopping habits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QUESTION.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8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4" name="cd_9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9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"Can I help you?" → SA</a:t>
            </a:r>
            <a:endParaRPr lang="en-US" sz="1050" dirty="0"/>
          </a:p>
        </p:txBody>
      </p:sp>
      <p:sp>
        <p:nvSpPr>
          <p:cNvPr id="18" name="pf_9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7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9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9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2" name="R1_chip10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3" name="bd_10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0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5" name="R2_chip10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6" name="bd_10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0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00" dirty="0"/>
          </a:p>
        </p:txBody>
      </p:sp>
      <p:sp>
        <p:nvSpPr>
          <p:cNvPr id="28" name="R3_chip10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9" name="bd_10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0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1" name="R4_chip10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2" name="bd_11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1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050" dirty="0"/>
          </a:p>
        </p:txBody>
      </p:sp>
      <p:sp>
        <p:nvSpPr>
          <p:cNvPr id="34" name="R5_chip11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5" name="bd_11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1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7" name="R6_chip11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8" name="bd_11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1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050" dirty="0"/>
          </a:p>
        </p:txBody>
      </p:sp>
      <p:sp>
        <p:nvSpPr>
          <p:cNvPr id="40" name="R7_chip11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1" name="bd_11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2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050" dirty="0"/>
          </a:p>
        </p:txBody>
      </p:sp>
      <p:sp>
        <p:nvSpPr>
          <p:cNvPr id="43" name="R8_chip12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26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2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12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3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4" name="cd_13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3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6" name="ln_135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7" name="ln_136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8" name="ln_137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9" name="ln_13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20" name="ln_13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1" name="ln_14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2" name="pf_141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42" descr="/home/claude/lls-course/v2/cache/4a1_public_transpor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4" name="cd_14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14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14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146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appropriate = right for the situation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= portafoglio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49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1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cmd_1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15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5" name="cd_15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6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He asked me if I needed any help. → 'Do you need any help?'</a:t>
            </a:r>
            <a:endParaRPr lang="en-US" sz="1050" dirty="0"/>
          </a:p>
        </p:txBody>
      </p:sp>
      <p:sp>
        <p:nvSpPr>
          <p:cNvPr id="19" name="pf_16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64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16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16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3" name="R1_chip16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4" name="bd_16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16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6" name="R2_chip17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7" name="bd_17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17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9" name="R3_chip17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30" name="bd_17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17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32" name="R4_chip17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3" name="bd_1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17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5" name="R5_chip17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6" name="bd_18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18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8" name="R6_chip18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87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1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19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4" name="ap_194"/>
          <p:cNvSpPr/>
          <p:nvPr/>
        </p:nvSpPr>
        <p:spPr>
          <a:xfrm>
            <a:off x="6583680" y="914400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</a:t>
            </a:r>
            <a:endParaRPr lang="en-US" sz="1100" dirty="0"/>
          </a:p>
        </p:txBody>
      </p:sp>
      <p:sp>
        <p:nvSpPr>
          <p:cNvPr id="15" name="aw_195"/>
          <p:cNvSpPr/>
          <p:nvPr/>
        </p:nvSpPr>
        <p:spPr>
          <a:xfrm>
            <a:off x="6583680" y="133502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6" name="cd_196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rh_197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8" name="pf_198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99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20" name="ru_200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1" name="R1_rx201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2" name="R1_ri202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3" name="cd_20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20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5" name="pf_205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6" name="ph_206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7" name="ru_207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8" name="R2_rx208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9" name="R2_ri209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30" name="cd_210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211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2" name="pf_212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3" name="ph_213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4" name="ru_214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5" name="R3_rx215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6" name="R3_ri216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7" name="R4_wc217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R4_w218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23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2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meta_2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22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2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4" name="cd_230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3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33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'I'm selling all my books.' → Tim said he was selling all his books.</a:t>
            </a:r>
            <a:endParaRPr lang="en-US" sz="1050" dirty="0"/>
          </a:p>
        </p:txBody>
      </p:sp>
      <p:sp>
        <p:nvSpPr>
          <p:cNvPr id="18" name="pf_234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35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3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3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2" name="R1_chip23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3" name="bd_23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4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5" name="R2_chip24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6" name="bd_24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4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8" name="R3_chip24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9" name="bd_24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4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50" dirty="0"/>
          </a:p>
        </p:txBody>
      </p:sp>
      <p:sp>
        <p:nvSpPr>
          <p:cNvPr id="31" name="R4_chip24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2" name="bd_248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49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4" name="R5_chip250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5" name="bd_251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52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00" dirty="0"/>
          </a:p>
        </p:txBody>
      </p:sp>
      <p:sp>
        <p:nvSpPr>
          <p:cNvPr id="37" name="R6_chip253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6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6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26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5" name="ap_26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6" name="aw_267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26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69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7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7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7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27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27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4" name="R1_chip27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5" name="gq_27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6" name="R2_chip27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7" name="gq_27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8" name="R3_chip27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9" name="gq_280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30" name="R4_chip281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1" name="gq_282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2" name="R5_chip283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3" name="gq_284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4" name="R6_chip285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4" name="cd_297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9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0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basket / trolley → small, you carry it / big, on wheels</a:t>
            </a:r>
            <a:endParaRPr lang="en-US" sz="1050" dirty="0"/>
          </a:p>
        </p:txBody>
      </p:sp>
      <p:sp>
        <p:nvSpPr>
          <p:cNvPr id="18" name="pf_301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02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03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04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2" name="R1_chip305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3" name="bd_306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07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5" name="R2_chip308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6" name="bd_309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0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8" name="R3_chip311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9" name="bd_312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13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1" name="R4_chip314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2" name="bd_315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16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4" name="R5_chip317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5" name="bd_318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19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7" name="R6_chip320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8" name="bd_321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22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40" name="R7_chip323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26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2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28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2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3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33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33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4" name="cd_33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33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6" name="en_33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7" name="R1_it33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8" name="cd_33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34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0" name="en_34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1" name="R1_it34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2" name="cd_34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34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4" name="en_34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5" name="R1_it34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6" name="cd_34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34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8" name="en_34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9" name="R1_it35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30" name="cd_35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35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2" name="en_35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3" name="R1_it35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4" name="cd_35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35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6" name="en_35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7" name="R1_it35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8" name="cd_35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36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0" name="en_36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1" name="R1_it36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2" name="cd_36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36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4" name="en_36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5" name="R1_it36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6" name="cd_36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36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8" name="en_36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9" name="R1_it37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50" name="cd_37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37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2" name="en_37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3" name="R1_it37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4" name="cd_37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37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6" name="en_37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7" name="R1_it37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8" name="cd_37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38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60" name="en_38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1" name="R1_it38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2" name="R1_wc38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_w38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8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3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8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39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3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39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sp>
        <p:nvSpPr>
          <p:cNvPr id="11" name="tag_39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3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4" name="cd_39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3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39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partner 3 questions.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partners. Report: "Luca asked me if… I told him…"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reported sentence = 1 point.</a:t>
            </a:r>
            <a:endParaRPr lang="en-US" sz="1150" dirty="0"/>
          </a:p>
        </p:txBody>
      </p:sp>
      <p:sp>
        <p:nvSpPr>
          <p:cNvPr id="18" name="st_40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1" name="R1_chip4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2" name="bd_4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4" name="R2_chip4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5" name="bd_4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7" name="R3_chip4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8" name="bd_4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30" name="R4_chip4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1" name="bd_4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100" dirty="0"/>
          </a:p>
        </p:txBody>
      </p:sp>
      <p:sp>
        <p:nvSpPr>
          <p:cNvPr id="33" name="R5_chip4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00" dirty="0"/>
          </a:p>
        </p:txBody>
      </p:sp>
      <p:sp>
        <p:nvSpPr>
          <p:cNvPr id="34" name="bd_4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6" name="R6_chip4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2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2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25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426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4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3" name="bd_42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3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5" name="bd_43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3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7" name="bd_43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3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9" name="cd_43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3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3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3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43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2026-10-11T16:14:44Z</dcterms:created>
  <dcterms:modified xsi:type="dcterms:W3CDTF">2026-10-11T16:14:44Z</dcterms:modified>
</cp:coreProperties>
</file>