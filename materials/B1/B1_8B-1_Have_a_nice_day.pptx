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one click shows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VERY helpful shop assistant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report what people said and asked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🛍️  learn shopping words: receipt, refund, bargain…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shopping habits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8A: The right job for you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1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3" name="cd_5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5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QUESTION.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</p:txBody>
      </p:sp>
      <p:sp>
        <p:nvSpPr>
          <p:cNvPr id="17" name="st_6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6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6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0" name="R1_chip6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100" dirty="0"/>
          </a:p>
        </p:txBody>
      </p:sp>
      <p:sp>
        <p:nvSpPr>
          <p:cNvPr id="21" name="bd_6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6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3" name="R2_chip6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4" name="bd_6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6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6" name="R3_chip6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7" name="bd_7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7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29" name="R4_chip7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0" name="bd_7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7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2" name="R5_chip7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3" name="bd_7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7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5" name="R6_chip7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81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8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8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8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3" name="cd_8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9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9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9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"Can I help you?" → SA</a:t>
            </a:r>
            <a:endParaRPr lang="en-US" sz="1050" dirty="0"/>
          </a:p>
        </p:txBody>
      </p:sp>
      <p:sp>
        <p:nvSpPr>
          <p:cNvPr id="17" name="pf_9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94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95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96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1" name="R1_chip97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2" name="bd_98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99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4" name="R2_chip100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5" name="bd_101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02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50" dirty="0"/>
          </a:p>
        </p:txBody>
      </p:sp>
      <p:sp>
        <p:nvSpPr>
          <p:cNvPr id="27" name="R3_chip103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bd_104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05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0" name="R4_chip106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1" name="bd_107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08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150" dirty="0"/>
          </a:p>
        </p:txBody>
      </p:sp>
      <p:sp>
        <p:nvSpPr>
          <p:cNvPr id="33" name="R5_chip109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4" name="bd_11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11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6" name="R6_chip112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7" name="bd_113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114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150" dirty="0"/>
          </a:p>
        </p:txBody>
      </p:sp>
      <p:sp>
        <p:nvSpPr>
          <p:cNvPr id="39" name="R7_chip115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0" name="bd_116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117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150" dirty="0"/>
          </a:p>
        </p:txBody>
      </p:sp>
      <p:sp>
        <p:nvSpPr>
          <p:cNvPr id="42" name="R8_chip118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2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meta_1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1" name="logo_1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3" name="cd_129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130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5" name="ln_131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6" name="ln_132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7" name="ln_133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8" name="ln_134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0" name="ln_136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1" name="pf_137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138" descr="/home/claude/lls-course/v2/cache/4a1_public_transpor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3" name="cd_139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ii_140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5" name="ih_141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6" name="il_142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appropriate = right for the situation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= portafoglio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45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500" dirty="0"/>
          </a:p>
        </p:txBody>
      </p:sp>
      <p:pic>
        <p:nvPicPr>
          <p:cNvPr id="6" name="brP_1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47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4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10" name="cmd_150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15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2" name="logo_1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4" name="cd_15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He asked me if I needed any help. → 'Do you need any help?'</a:t>
            </a:r>
            <a:endParaRPr lang="en-US" sz="1050" dirty="0"/>
          </a:p>
        </p:txBody>
      </p:sp>
      <p:sp>
        <p:nvSpPr>
          <p:cNvPr id="18" name="pf_15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9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6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6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2" name="R1_chip16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3" name="bd_16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6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5" name="R2_chip16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6" name="bd_16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6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8" name="R3_chip16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29" name="bd_16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7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150" dirty="0"/>
          </a:p>
        </p:txBody>
      </p:sp>
      <p:sp>
        <p:nvSpPr>
          <p:cNvPr id="31" name="R4_chip17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2" name="bd_17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7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4" name="R5_chip17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5" name="bd_17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7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7" name="R6_chip17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8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18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18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pic>
        <p:nvPicPr>
          <p:cNvPr id="11" name="logo_1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3" name="ap_188"/>
          <p:cNvSpPr/>
          <p:nvPr/>
        </p:nvSpPr>
        <p:spPr>
          <a:xfrm>
            <a:off x="4526280" y="786384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</a:t>
            </a:r>
            <a:endParaRPr lang="en-US" sz="1100" dirty="0"/>
          </a:p>
        </p:txBody>
      </p:sp>
      <p:sp>
        <p:nvSpPr>
          <p:cNvPr id="14" name="aw_189"/>
          <p:cNvSpPr/>
          <p:nvPr/>
        </p:nvSpPr>
        <p:spPr>
          <a:xfrm>
            <a:off x="4526280" y="12070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5" name="cd_19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9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7" name="pf_192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93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9" name="ru_194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0" name="R1_rx195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1" name="R1_ri196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2" name="cd_19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19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4" name="pf_199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200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6" name="ru_201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7" name="R2_rx202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8" name="R2_ri203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29" name="cd_20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20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1" name="pf_206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07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3" name="ru_208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4" name="R3_rx209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5" name="R3_ri210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6" name="R4_wc21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R4_w21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1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17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1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0" name="meta_22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1" name="logo_2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3" name="cd_22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2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'I'm selling all my books.' → Tim said he was selling all his books.</a:t>
            </a:r>
            <a:endParaRPr lang="en-US" sz="1050" dirty="0"/>
          </a:p>
        </p:txBody>
      </p:sp>
      <p:sp>
        <p:nvSpPr>
          <p:cNvPr id="17" name="pf_22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28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2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3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1" name="R1_chip23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2" name="bd_23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3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1150" dirty="0"/>
          </a:p>
        </p:txBody>
      </p:sp>
      <p:sp>
        <p:nvSpPr>
          <p:cNvPr id="24" name="R2_chip23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5" name="bd_23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23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7" name="R3_chip23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8" name="bd_23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23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150" dirty="0"/>
          </a:p>
        </p:txBody>
      </p:sp>
      <p:sp>
        <p:nvSpPr>
          <p:cNvPr id="30" name="R4_chip24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1" name="bd_24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24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1150" dirty="0"/>
          </a:p>
        </p:txBody>
      </p:sp>
      <p:sp>
        <p:nvSpPr>
          <p:cNvPr id="33" name="R5_chip24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4" name="bd_24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24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50" dirty="0"/>
          </a:p>
        </p:txBody>
      </p:sp>
      <p:sp>
        <p:nvSpPr>
          <p:cNvPr id="36" name="R6_chip24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4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51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254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1" name="meta_2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2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4" name="ap_25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5" name="aw_259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6" name="pf_260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61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8" name="cd_262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63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0" name="ih_264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1" name="il_265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2" name="gq_266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3" name="R1_chip267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4" name="gq_268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5" name="R2_chip269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200" dirty="0"/>
          </a:p>
        </p:txBody>
      </p:sp>
      <p:sp>
        <p:nvSpPr>
          <p:cNvPr id="26" name="gq_270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7" name="R3_chip271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8" name="gq_272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9" name="R4_chip273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0" name="gq_274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1" name="R5_chip275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2" name="gq_276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3" name="R6_chip277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8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8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28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28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2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3" name="cd_28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8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9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9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basket / trolley → small, you carry it / big, on wheels</a:t>
            </a:r>
            <a:endParaRPr lang="en-US" sz="1050" dirty="0"/>
          </a:p>
        </p:txBody>
      </p:sp>
      <p:sp>
        <p:nvSpPr>
          <p:cNvPr id="17" name="pf_29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93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9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9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1" name="R1_chip29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2" name="bd_29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9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4" name="R2_chip29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5" name="bd_30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0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7" name="R3_chip30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8" name="bd_30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0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0" name="R4_chip30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1" name="bd_30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0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3" name="R5_chip30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4" name="bd_30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31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6" name="R6_chip31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7" name="bd_31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31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9" name="R7_chip31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17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19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2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32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3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3" name="cd_32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32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5" name="en_32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6" name="R1_it32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7" name="cd_32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33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9" name="en_33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0" name="R1_it33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1" name="cd_33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33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3" name="en_33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4" name="R1_it33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5" name="cd_33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33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7" name="en_33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8" name="R1_it34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9" name="cd_34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34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1" name="en_34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2" name="R1_it34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3" name="cd_34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34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5" name="en_34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6" name="R1_it34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7" name="cd_34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35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9" name="en_35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0" name="R1_it35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1" name="cd_35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35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3" name="en_35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4" name="R1_it35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5" name="cd_35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35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7" name="en_35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8" name="R1_it36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9" name="cd_36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36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1" name="en_36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2" name="R1_it36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3" name="cd_36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36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5" name="en_36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6" name="R1_it36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7" name="cd_36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37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9" name="en_37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0" name="R1_it37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1" name="R1_wc37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_w37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7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3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7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38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38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38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pic>
        <p:nvPicPr>
          <p:cNvPr id="11" name="logo_3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3" name="cd_385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8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38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388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partner 3 questions.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partners. Report: "Luca asked me if… I told him…"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reported sentence = 1 point.</a:t>
            </a:r>
            <a:endParaRPr lang="en-US" sz="1150" dirty="0"/>
          </a:p>
        </p:txBody>
      </p:sp>
      <p:sp>
        <p:nvSpPr>
          <p:cNvPr id="17" name="st_38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39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39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0" name="R1_chip39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1" name="bd_39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39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3" name="R2_chip39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4" name="bd_39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39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6" name="R3_chip39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7" name="bd_39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40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29" name="R4_chip40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0" name="bd_40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40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online or in shops?</a:t>
            </a:r>
            <a:endParaRPr lang="en-US" sz="1100" dirty="0"/>
          </a:p>
        </p:txBody>
      </p:sp>
      <p:sp>
        <p:nvSpPr>
          <p:cNvPr id="32" name="R5_chip40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buying online.</a:t>
            </a:r>
            <a:endParaRPr lang="en-US" sz="1100" dirty="0"/>
          </a:p>
        </p:txBody>
      </p:sp>
      <p:sp>
        <p:nvSpPr>
          <p:cNvPr id="33" name="bd_40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40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5" name="R6_chip40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1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1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1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14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0" name="logo_4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1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1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4" name="bd_41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2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6" name="bd_42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2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8" name="cd_42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2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2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2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8B: 1a, 1b, 1c, 2a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8B: a 5–7, b 5–7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2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2026-10-08T16:10:52Z</dcterms:created>
  <dcterms:modified xsi:type="dcterms:W3CDTF">2026-10-08T16:10:52Z</dcterms:modified>
</cp:coreProperties>
</file>