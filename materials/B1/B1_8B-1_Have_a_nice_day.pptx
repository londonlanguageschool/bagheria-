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one click shows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3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4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5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6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7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8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9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1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250" dirty="0"/>
          </a:p>
        </p:txBody>
      </p:sp>
      <p:sp>
        <p:nvSpPr>
          <p:cNvPr id="12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3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5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6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7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3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4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5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6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7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8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9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0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3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4" name="title_4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5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6" name="ins_5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7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8" name="cmd_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9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0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3" name="cd_5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7" name="st_6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6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6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0" name="R1_chip6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100" dirty="0"/>
          </a:p>
        </p:txBody>
      </p:sp>
      <p:sp>
        <p:nvSpPr>
          <p:cNvPr id="21" name="bd_6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6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3" name="R2_chip6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4" name="bd_6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6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6" name="R3_chip6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7" name="bd_7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7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29" name="R4_chip7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0" name="bd_7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7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2" name="R5_chip7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3" name="bd_7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7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5" name="R6_chip7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3" name="brY_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4" name="title_81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5" name="brP_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6" name="ins_8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7" name="insIT_8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8" name="cmd_8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9" name="meta_8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0" name="logo_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3" name="cd_8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9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9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9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7" name="pf_9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94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95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96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1" name="R1_chip97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2" name="bd_98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99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4" name="R2_chip100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5" name="bd_101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02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50" dirty="0"/>
          </a:p>
        </p:txBody>
      </p:sp>
      <p:sp>
        <p:nvSpPr>
          <p:cNvPr id="27" name="R3_chip103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bd_104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05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0" name="R4_chip106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1" name="bd_107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08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150" dirty="0"/>
          </a:p>
        </p:txBody>
      </p:sp>
      <p:sp>
        <p:nvSpPr>
          <p:cNvPr id="33" name="R5_chip109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bd_11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11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6" name="R6_chip112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7" name="bd_113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14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150" dirty="0"/>
          </a:p>
        </p:txBody>
      </p:sp>
      <p:sp>
        <p:nvSpPr>
          <p:cNvPr id="39" name="R7_chip115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0" name="bd_116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17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150" dirty="0"/>
          </a:p>
        </p:txBody>
      </p:sp>
      <p:sp>
        <p:nvSpPr>
          <p:cNvPr id="42" name="R8_chip118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3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4" name="title_12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5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6" name="ins_12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7" name="insIT_1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8" name="cmd_12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9" name="meta_1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0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3" name="cd_129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130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5" name="ln_131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6" name="ln_132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7" name="ln_133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8" name="ln_13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0" name="ln_136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1" name="pf_13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138" descr="/home/claude/lls-course/v2/cache/4a1_public_transpor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3" name="cd_13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ii_14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5" name="ih_14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6" name="il_142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3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4" name="title_145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500" dirty="0"/>
          </a:p>
        </p:txBody>
      </p:sp>
      <p:pic>
        <p:nvPicPr>
          <p:cNvPr id="5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6" name="ins_147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7" name="insIT_1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8" name="cmd_14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9" name="cmd_15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0" name="meta_15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1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4" name="cd_15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8" name="pf_15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9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6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6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2" name="R1_chip16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3" name="bd_16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5" name="R2_chip16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6" name="bd_16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8" name="R3_chip16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29" name="bd_16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7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150" dirty="0"/>
          </a:p>
        </p:txBody>
      </p:sp>
      <p:sp>
        <p:nvSpPr>
          <p:cNvPr id="31" name="R4_chip17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2" name="bd_17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4" name="R5_chip17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5" name="bd_17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7" name="R6_chip17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3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4" name="title_1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5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6" name="ins_18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7" name="insIT_1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8" name="cmd_1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9" name="meta_1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pic>
        <p:nvPicPr>
          <p:cNvPr id="10" name="logo_1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3" name="ap_188"/>
          <p:cNvSpPr/>
          <p:nvPr/>
        </p:nvSpPr>
        <p:spPr>
          <a:xfrm>
            <a:off x="4526280" y="786384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4" name="aw_189"/>
          <p:cNvSpPr/>
          <p:nvPr/>
        </p:nvSpPr>
        <p:spPr>
          <a:xfrm>
            <a:off x="4526280" y="12070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5" name="cd_19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9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7" name="pf_192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93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9" name="ru_19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0" name="R1_rx19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1" name="R1_ri19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2" name="cd_19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19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4" name="pf_199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200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6" name="ru_20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7" name="R2_rx20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8" name="R2_ri20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9" name="cd_20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20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1" name="pf_206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07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3" name="ru_20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4" name="R3_rx20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5" name="R3_ri21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6" name="R4_wc21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R4_w21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3" name="brY_2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4" name="title_21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5" name="brP_2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6" name="ins_217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7" name="insIT_2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8" name="cmd_21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9" name="meta_2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0" name="logo_2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3" name="cd_22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2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7" name="pf_22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28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2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3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1" name="R1_chip23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2" name="bd_23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3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1150" dirty="0"/>
          </a:p>
        </p:txBody>
      </p:sp>
      <p:sp>
        <p:nvSpPr>
          <p:cNvPr id="24" name="R2_chip23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5" name="bd_23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3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7" name="R3_chip23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8" name="bd_23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3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150" dirty="0"/>
          </a:p>
        </p:txBody>
      </p:sp>
      <p:sp>
        <p:nvSpPr>
          <p:cNvPr id="30" name="R4_chip24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1" name="bd_24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4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1150" dirty="0"/>
          </a:p>
        </p:txBody>
      </p:sp>
      <p:sp>
        <p:nvSpPr>
          <p:cNvPr id="33" name="R5_chip24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4" name="bd_24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24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50" dirty="0"/>
          </a:p>
        </p:txBody>
      </p:sp>
      <p:sp>
        <p:nvSpPr>
          <p:cNvPr id="36" name="R6_chip24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3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4" name="title_2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5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6" name="ins_25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7" name="insIT_2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8" name="cmd_2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9" name="cmd_254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0" name="meta_2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1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4" name="ap_25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5" name="aw_259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pf_260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61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8" name="cd_262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63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0" name="ih_264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1" name="il_265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2" name="gq_26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26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26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26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200" dirty="0"/>
          </a:p>
        </p:txBody>
      </p:sp>
      <p:sp>
        <p:nvSpPr>
          <p:cNvPr id="26" name="gq_27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27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27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27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274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275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276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277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2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3" name="brY_2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4" name="title_28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5" name="brP_2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6" name="ins_28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7" name="insIT_2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8" name="cmd_2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9" name="meta_2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0" name="logo_2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3" name="cd_28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8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9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9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7" name="pf_29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93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9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9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1" name="R1_chip29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2" name="bd_29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9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4" name="R2_chip29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5" name="bd_30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0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7" name="R3_chip30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8" name="bd_30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0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0" name="R4_chip30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1" name="bd_30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0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3" name="R5_chip30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4" name="bd_30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31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6" name="R6_chip31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7" name="bd_31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31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9" name="R7_chip31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3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3" name="brY_3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4" name="title_31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5" name="brP_3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6" name="ins_319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7" name="insIT_3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8" name="cmd_32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9" name="meta_3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0" name="logo_3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3" name="cd_32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32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5" name="en_32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6" name="R1_it32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7" name="cd_32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33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33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0" name="R1_it33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1" name="cd_33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33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3" name="en_33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4" name="R1_it33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5" name="cd_33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33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7" name="en_33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8" name="R1_it34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9" name="cd_34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34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1" name="en_34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2" name="R1_it34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3" name="cd_34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34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5" name="en_34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6" name="R1_it34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7" name="cd_34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35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9" name="en_35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0" name="R1_it35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1" name="cd_35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35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3" name="en_35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4" name="R1_it35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5" name="cd_35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35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7" name="en_35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8" name="R1_it36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9" name="cd_36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36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1" name="en_36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2" name="R1_it36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3" name="cd_36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36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5" name="en_36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6" name="R1_it36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7" name="cd_36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37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9" name="en_37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0" name="R1_it37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1" name="R1_wc37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37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3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3" name="brY_3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4" name="title_3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5" name="brP_3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6" name="ins_37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7" name="insIT_38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8" name="cmd_38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9" name="meta_38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pic>
        <p:nvPicPr>
          <p:cNvPr id="10" name="logo_3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3" name="cd_38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8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150" dirty="0"/>
          </a:p>
        </p:txBody>
      </p:sp>
      <p:sp>
        <p:nvSpPr>
          <p:cNvPr id="17" name="st_38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9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9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0" name="R1_chip39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1" name="bd_39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9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3" name="R2_chip39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4" name="bd_39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9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6" name="R3_chip39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7" name="bd_39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40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29" name="R4_chip40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0" name="bd_40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40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online or in shops?</a:t>
            </a:r>
            <a:endParaRPr lang="en-US" sz="1100" dirty="0"/>
          </a:p>
        </p:txBody>
      </p:sp>
      <p:sp>
        <p:nvSpPr>
          <p:cNvPr id="32" name="R5_chip40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buying online.</a:t>
            </a:r>
            <a:endParaRPr lang="en-US" sz="1100" dirty="0"/>
          </a:p>
        </p:txBody>
      </p:sp>
      <p:sp>
        <p:nvSpPr>
          <p:cNvPr id="33" name="bd_40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40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5" name="R6_chip40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3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4" name="title_41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5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6" name="ins_41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7" name="insIT_4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8" name="meta_414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9" name="logo_4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0" name="foot_4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1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1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4" name="bd_41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2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6" name="bd_42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2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8" name="cd_42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2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2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2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2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2026-10-08T16:10:52Z</dcterms:created>
  <dcterms:modified xsi:type="dcterms:W3CDTF">2026-10-08T16:10:52Z</dcterms:modified>
</cp:coreProperties>
</file>