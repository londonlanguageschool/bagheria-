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then click once per word to show its Italian.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the prepositions are clear (last slide) and before the /ɜː/ work and the spot-the-difference game, so students hear present continuous + wear/carry + prepositions 15–20 times in one funny context. Click once per line. For each line: 1) say it, 2) ask the questions in grey round the class (yes/no → either/or → who/what), 3) let the CLASS change details: 'Is his hat yellow? No? What colour is it?' – accept their idea and use it in later lines (the dog wears THAT hat in line 6!). Students answer with one word or a short phrase – that's fine; repeat the full sentence yourself ('Yes – he IS wearING a hat'). Recycles: be + -ing (is wearing, is carrying, is sitting), wear vs carry, next to / under / on.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Book audio · 1C (0 min)
BOOK AUDIO (8 Oct). The owner sent tracks 1.24–1.29 on the day; exercises checked against the Teacher's Guide File 1 (TG pp.22–24).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audio" Target="../media/media-17-6.mp3"/><Relationship Id="rId7" Type="http://schemas.microsoft.com/office/2007/relationships/media" Target="../media/media-17-6.mp3"/><Relationship Id="rId8" Type="http://schemas.openxmlformats.org/officeDocument/2006/relationships/image" Target="../media/image-17-8.png"/><Relationship Id="rId9" Type="http://schemas.openxmlformats.org/officeDocument/2006/relationships/audio" Target="../media/media-17-9.mp3"/><Relationship Id="rId10" Type="http://schemas.microsoft.com/office/2007/relationships/media" Target="../media/media-17-9.mp3"/><Relationship Id="rId11" Type="http://schemas.openxmlformats.org/officeDocument/2006/relationships/image" Target="../media/image-17-11.png"/><Relationship Id="rId12" Type="http://schemas.openxmlformats.org/officeDocument/2006/relationships/audio" Target="../media/media-17-12.mp3"/><Relationship Id="rId13" Type="http://schemas.microsoft.com/office/2007/relationships/media" Target="../media/media-17-12.mp3"/><Relationship Id="rId14" Type="http://schemas.openxmlformats.org/officeDocument/2006/relationships/image" Target="../media/image-17-14.png"/><Relationship Id="rId15" Type="http://schemas.openxmlformats.org/officeDocument/2006/relationships/audio" Target="../media/media-17-15.mp3"/><Relationship Id="rId16" Type="http://schemas.microsoft.com/office/2007/relationships/media" Target="../media/media-17-15.mp3"/><Relationship Id="rId17" Type="http://schemas.openxmlformats.org/officeDocument/2006/relationships/image" Target="../media/image-17-17.png"/><Relationship Id="rId18" Type="http://schemas.openxmlformats.org/officeDocument/2006/relationships/audio" Target="../media/media-17-18.mp3"/><Relationship Id="rId19" Type="http://schemas.microsoft.com/office/2007/relationships/media" Target="../media/media-17-18.mp3"/><Relationship Id="rId20" Type="http://schemas.openxmlformats.org/officeDocument/2006/relationships/image" Target="../media/image-17-20.png"/><Relationship Id="rId21" Type="http://schemas.openxmlformats.org/officeDocument/2006/relationships/audio" Target="../media/media-17-21.mp3"/><Relationship Id="rId22" Type="http://schemas.microsoft.com/office/2007/relationships/media" Target="../media/media-17-21.mp3"/><Relationship Id="rId23" Type="http://schemas.openxmlformats.org/officeDocument/2006/relationships/image" Target="../media/image-17-23.png"/><Relationship Id="rId24" Type="http://schemas.openxmlformats.org/officeDocument/2006/relationships/slideLayout" Target="../slideLayouts/slideLayout1.xml"/><Relationship Id="rId2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0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describe what people are wearing</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what people are doing in a photo</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say where people are: next to, behind…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play spot the difference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present simple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8" name="w_42"/>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9" name="w_43"/>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30" name="w_44"/>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1" name="w_45"/>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2" name="w_46"/>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3" name="w_47"/>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4" name="w_48"/>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5" name="w_49"/>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6" name="w_50"/>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7" name="w_51"/>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8" name="w_52"/>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4"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5"/>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5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5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8" name="insIT_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9" name="cmd_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4" name="cd_6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6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9"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7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7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2" name="R3_w7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3" name="R5_w7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4" name="R7_w7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5" name="rl_7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7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7" name="R4_w7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8" name="R6_w7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9" name="R8_w7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8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400" dirty="0"/>
          </a:p>
        </p:txBody>
      </p:sp>
      <p:pic>
        <p:nvPicPr>
          <p:cNvPr id="6" name="brP_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8" name="insIT_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9" name="cmd_8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8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8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5" name="pf_92"/>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93"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94"/>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95"/>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96"/>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97"/>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98"/>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99"/>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100"/>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101"/>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5" name="R1_chip102"/>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800" dirty="0"/>
          </a:p>
        </p:txBody>
      </p:sp>
      <p:sp>
        <p:nvSpPr>
          <p:cNvPr id="26" name="bd_103"/>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104"/>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8" name="R2_chip105"/>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9" name="bd_106"/>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107"/>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1" name="R3_chip108"/>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2" name="bd_109"/>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110"/>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4" name="R4_chip111"/>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950" dirty="0"/>
          </a:p>
        </p:txBody>
      </p:sp>
      <p:sp>
        <p:nvSpPr>
          <p:cNvPr id="35" name="bd_112"/>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113"/>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7" name="R5_chip114"/>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8" name="bd_115"/>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116"/>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40" name="R6_chip117"/>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5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8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8" name="insIT_1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9" name="cmd_1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12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12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1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4" name="cd_12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13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6" name="pf_13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32"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8" name="ru_13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9" name="R1_rx13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20" name="R1_ri13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800" i="1" dirty="0">
                <a:solidFill>
                  <a:srgbClr val="5B6785"/>
                </a:solidFill>
                <a:latin typeface="Segoe UI" pitchFamily="34" charset="0"/>
                <a:ea typeface="Segoe UI" pitchFamily="34" charset="-122"/>
                <a:cs typeface="Segoe UI" pitchFamily="34" charset="-120"/>
              </a:rPr>
              <a:t>sta sorridendo · stanno applaudendo</a:t>
            </a:r>
            <a:endParaRPr lang="en-US" sz="800" dirty="0"/>
          </a:p>
        </p:txBody>
      </p:sp>
      <p:sp>
        <p:nvSpPr>
          <p:cNvPr id="21" name="cd_13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13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3" name="pf_13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39"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5" name="ru_14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6" name="R2_rx14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7" name="R2_ri14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8" name="cd_14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14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0" name="pf_14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146"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2" name="ru_14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3" name="R3_rx14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4" name="R3_ri14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5" name="cd_15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6" name="rh_15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7" name="pf_15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8" name="ph_153"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9" name="ru_15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40" name="R4_rx15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1" name="R4_ri15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2" name="R5_wc157"/>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3" name="R5_w15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fade">
                                      <p:cBhvr>
                                        <p:cTn id="31" dur="400"/>
                                        <p:tgtEl>
                                          <p:spTgt spid="40"/>
                                        </p:tgtEl>
                                      </p:cBhvr>
                                    </p:animEffect>
                                  </p:childTnLst>
                                </p:cTn>
                              </p:par>
                              <p:par>
                                <p:cTn id="32" presetID="10" presetClass="entr" presetSubtype="0" fill="hold" nodeType="withEffect">
                                  <p:stCondLst>
                                    <p:cond delay="0"/>
                                  </p:stCondLst>
                                  <p:childTnLst>
                                    <p:set>
                                      <p:cBhvr>
                                        <p:cTn id="33" dur="1" fill="hold">
                                          <p:stCondLst>
                                            <p:cond delay="0"/>
                                          </p:stCondLst>
                                        </p:cTn>
                                        <p:tgtEl>
                                          <p:spTgt spid="41"/>
                                        </p:tgtEl>
                                        <p:attrNameLst>
                                          <p:attrName>style.visibility</p:attrName>
                                        </p:attrNameLst>
                                      </p:cBhvr>
                                      <p:to>
                                        <p:strVal val="visible"/>
                                      </p:to>
                                    </p:set>
                                    <p:animEffect transition="in" filter="fade">
                                      <p:cBhvr>
                                        <p:cTn id="34" dur="400"/>
                                        <p:tgtEl>
                                          <p:spTgt spid="4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2"/>
                                        </p:tgtEl>
                                        <p:attrNameLst>
                                          <p:attrName>style.visibility</p:attrName>
                                        </p:attrNameLst>
                                      </p:cBhvr>
                                      <p:to>
                                        <p:strVal val="visible"/>
                                      </p:to>
                                    </p:set>
                                    <p:animEffect transition="in" filter="fade">
                                      <p:cBhvr>
                                        <p:cTn id="39" dur="400"/>
                                        <p:tgtEl>
                                          <p:spTgt spid="42"/>
                                        </p:tgtEl>
                                      </p:cBhvr>
                                    </p:animEffect>
                                  </p:childTnLst>
                                </p:cTn>
                              </p:par>
                              <p:par>
                                <p:cTn id="40" presetID="10" presetClass="entr" presetSubtype="0"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6" name="brP_16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16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8" name="insIT_1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9" name="cmd_16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16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1" name="logo_1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7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7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7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4"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8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8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8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8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9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9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9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8" name="insIT_1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0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20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4" name="cd_204"/>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5" name="rh_205"/>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6" name="pf_206"/>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07"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8" name="ru_208"/>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9" name="R1_rx209"/>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20" name="R1_ri210"/>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1" name="cd_211"/>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2" name="rh_21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3" name="pf_213"/>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14"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5" name="ru_215"/>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6" name="R2_rx216"/>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7" name="R2_ri217"/>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8" name="cd_218"/>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9" name="rh_219"/>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30" name="pf_220"/>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1" name="ph_221"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2" name="ru_222"/>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3" name="R3_rx223"/>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4" name="R3_ri224"/>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5" name="R4_wc2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6" name="R4_w2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400"/>
                                        <p:tgtEl>
                                          <p:spTgt spid="26"/>
                                        </p:tgtEl>
                                      </p:cBhvr>
                                    </p:animEffect>
                                  </p:childTnLst>
                                </p:cTn>
                              </p:par>
                              <p:par>
                                <p:cTn id="16" presetID="10" presetClass="entr" presetSubtype="0" fill="hold"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par>
                                <p:cTn id="24" presetID="10" presetClass="entr" presetSubtype="0" fill="hold" nodeType="withEffect">
                                  <p:stCondLst>
                                    <p:cond delay="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400"/>
                                        <p:tgtEl>
                                          <p:spTgt spid="3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400"/>
                                        <p:tgtEl>
                                          <p:spTgt spid="35"/>
                                        </p:tgtEl>
                                      </p:cBhvr>
                                    </p:animEffect>
                                  </p:childTnLst>
                                </p:cTn>
                              </p:par>
                              <p:par>
                                <p:cTn id="32" presetID="10" presetClass="entr" presetSubtype="0" fill="hold" nodeType="with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fade">
                                      <p:cBhvr>
                                        <p:cTn id="34"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6" name="brP_230"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231"/>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8" name="insIT_2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9" name="cmd_23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3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4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4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2"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4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4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5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5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5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5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5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5"/>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6"/>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7"/>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8"/>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9"/>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60"/>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2"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263"/>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400" dirty="0"/>
          </a:p>
        </p:txBody>
      </p:sp>
      <p:pic>
        <p:nvPicPr>
          <p:cNvPr id="6" name="brP_26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6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8" name="insIT_2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9" name="cmd_26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26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6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7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2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5" name="pf_273"/>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74"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7" name="bd_275"/>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8" name="bd_276"/>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9" name="bd_277"/>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0" name="bd_278"/>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1" name="bd_279"/>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2" name="bd_280"/>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3" name="bd_28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4" name="q_28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5" name="R1_chip28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8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800" dirty="0"/>
          </a:p>
        </p:txBody>
      </p:sp>
      <p:sp>
        <p:nvSpPr>
          <p:cNvPr id="26" name="bd_284"/>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7" name="q_285"/>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8" name="R2_chip286"/>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9" name="bd_287"/>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0" name="q_288"/>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1" name="R3_chip289"/>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2" name="bd_290"/>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3" name="q_291"/>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4" name="R4_chip292"/>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5" name="bd_293"/>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6" name="q_294"/>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7" name="R5_chip295"/>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8" name="bd_296"/>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9" name="q_297"/>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40" name="R6_chip298"/>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0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4" name="cd_31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1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1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7" name="R1_it31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8" name="cd_31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1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1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1" name="R2_it31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2" name="cd_31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1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2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5" name="R3_it32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6" name="cd_32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2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2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000" dirty="0"/>
          </a:p>
        </p:txBody>
      </p:sp>
      <p:sp>
        <p:nvSpPr>
          <p:cNvPr id="29" name="R4_it32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30" name="cd_32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2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2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3" name="R5_it32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4" name="cd_33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3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3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7" name="R6_it33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8" name="cd_33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3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3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1" name="R7_it33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2" name="cd_33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3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4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5" name="R8_it34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6" name="cd_34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4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4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150" dirty="0"/>
          </a:p>
        </p:txBody>
      </p:sp>
      <p:sp>
        <p:nvSpPr>
          <p:cNvPr id="49" name="R9_it34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800" dirty="0"/>
          </a:p>
        </p:txBody>
      </p:sp>
      <p:sp>
        <p:nvSpPr>
          <p:cNvPr id="50" name="cd_34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4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4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3" name="R10_it34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4" name="cd_35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5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5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7" name="R11_it35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8" name="cd_35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5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5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1" name="R12_it35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2" name="R13_wc35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35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6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36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Nonno's photo disaster</a:t>
            </a:r>
            <a:endParaRPr lang="en-US" sz="2500" dirty="0"/>
          </a:p>
        </p:txBody>
      </p:sp>
      <p:pic>
        <p:nvPicPr>
          <p:cNvPr id="6" name="brP_36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36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6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36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36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36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3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class story (TPRS)</a:t>
            </a:r>
            <a:endParaRPr lang="en-US" sz="800" dirty="0"/>
          </a:p>
        </p:txBody>
      </p:sp>
      <p:sp>
        <p:nvSpPr>
          <p:cNvPr id="15" name="cd_372"/>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7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7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375"/>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he's wearing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indossa / porta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he's carrying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porta (in mano)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she's sitting next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seduta accanto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under the table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sotto il tavolo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 the table</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sul tavolo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it's standing on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in piedi su</a:t>
            </a:r>
            <a:endParaRPr lang="en-US" sz="1000" dirty="0"/>
          </a:p>
        </p:txBody>
      </p:sp>
      <p:sp>
        <p:nvSpPr>
          <p:cNvPr id="19" name="R1_sb376"/>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377"/>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Nonno Pino. 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a big yellow hat.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he wearing a hat? · Yellow or red? · Who is wearing a yellow hat?</a:t>
            </a:r>
            <a:endParaRPr lang="en-US" sz="1250" dirty="0"/>
          </a:p>
        </p:txBody>
      </p:sp>
      <p:sp>
        <p:nvSpPr>
          <p:cNvPr id="21" name="R2_sb378"/>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379"/>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It's Sunday lunch. Nonno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carrying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old camera.</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he carrying a camera or a cake? · What is Nonno carrying?</a:t>
            </a:r>
            <a:endParaRPr lang="en-US" sz="1250" dirty="0"/>
          </a:p>
        </p:txBody>
      </p:sp>
      <p:sp>
        <p:nvSpPr>
          <p:cNvPr id="23" name="R3_sb380"/>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381"/>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Nonna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next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window. She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eating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pasta.</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Nonna next to the window? · Is she eating pasta or fish?</a:t>
            </a:r>
            <a:endParaRPr lang="en-US" sz="1250" dirty="0"/>
          </a:p>
        </p:txBody>
      </p:sp>
      <p:sp>
        <p:nvSpPr>
          <p:cNvPr id="25" name="R4_sb382"/>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383"/>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Nonno says, 'Smile!'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sitting under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the dog under the table or on the table? · Where is the dog?</a:t>
            </a:r>
            <a:endParaRPr lang="en-US" sz="1250" dirty="0"/>
          </a:p>
        </p:txBody>
      </p:sp>
      <p:sp>
        <p:nvSpPr>
          <p:cNvPr id="27" name="R5_sb384"/>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385"/>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Click! But in the photo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standing on the table</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Where is the dog now? · What is it eating? (you decide!)</a:t>
            </a:r>
            <a:endParaRPr lang="en-US" sz="1250" dirty="0"/>
          </a:p>
        </p:txBody>
      </p:sp>
      <p:sp>
        <p:nvSpPr>
          <p:cNvPr id="29" name="R6_sb386"/>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387"/>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And the dog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wearing</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Nonno's yellow hat!</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Who's wearing the hat now? · And you – what are you wearing today?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6" name="brP_391"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92"/>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8" name="insIT_3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9" name="cmd_394"/>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39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9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3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4" name="cd_39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8" name="pf_40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4"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0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0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2" name="R1_chip40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3" name="bd_40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0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5" name="R2_chip41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6" name="bd_41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8" name="R3_chip41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9" name="bd_41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1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1" name="R4_chip41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2" name="bd_41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1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4" name="R5_chip419"/>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5" name="bd_42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2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7" name="R6_chip422"/>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2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9" name="cmd_42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430"/>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3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sp>
        <p:nvSpPr>
          <p:cNvPr id="12" name="tag_43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3" name="logo_4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5" name="pf_435"/>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436"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7" name="bd_437"/>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8" name="pf_438"/>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39"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20" name="bd_440"/>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1" name="bd_441"/>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R1_chip442"/>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3" name="bd_443"/>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R2_chip444"/>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00" dirty="0"/>
          </a:p>
        </p:txBody>
      </p:sp>
      <p:sp>
        <p:nvSpPr>
          <p:cNvPr id="25" name="bd_445"/>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R3_chip446"/>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7" name="bd_447"/>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R4_chip448"/>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9" name="bd_449"/>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0" name="R5_chip450"/>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1" name="bd_451"/>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2" name="R6_chip452"/>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3" name="spx_453"/>
          <p:cNvSpPr/>
          <p:nvPr/>
        </p:nvSpPr>
        <p:spPr>
          <a:xfrm>
            <a:off x="411480" y="4553712"/>
            <a:ext cx="8549640" cy="292608"/>
          </a:xfrm>
          <a:prstGeom prst="rect">
            <a:avLst/>
          </a:prstGeom>
          <a:noFill/>
          <a:ln/>
        </p:spPr>
        <p:txBody>
          <a:bodyPr wrap="square" lIns="76200" tIns="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5"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56"/>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6" name="brP_45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5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8" name="insIT_45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9" name="cmd_46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6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sp>
        <p:nvSpPr>
          <p:cNvPr id="11" name="tag_46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4" name="pf_46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6"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6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6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6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7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This is a photo of… last summer.</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 the left… / In the middle…</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He's wearing… · They're laughing.</a:t>
            </a:r>
            <a:endParaRPr lang="en-US" sz="1000" dirty="0"/>
          </a:p>
        </p:txBody>
      </p:sp>
      <p:sp>
        <p:nvSpPr>
          <p:cNvPr id="20" name="R1_qb47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7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2" name="R2_qb47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7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4" name="R3_qb47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7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6" name="R4_qb47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7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8" name="R5_qb47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8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8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8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8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4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4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4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4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Review · what did you do today?</a:t>
            </a:r>
            <a:endParaRPr lang="en-US" sz="800" dirty="0"/>
          </a:p>
        </p:txBody>
      </p:sp>
      <p:sp>
        <p:nvSpPr>
          <p:cNvPr id="14" name="cd_49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49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49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what people are wearing</a:t>
            </a:r>
            <a:endParaRPr lang="en-US" sz="1350" dirty="0"/>
          </a:p>
        </p:txBody>
      </p:sp>
      <p:sp>
        <p:nvSpPr>
          <p:cNvPr id="17" name="R1_tk49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49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49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49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what people are doing in a photo</a:t>
            </a:r>
            <a:endParaRPr lang="en-US" sz="1350" dirty="0"/>
          </a:p>
        </p:txBody>
      </p:sp>
      <p:sp>
        <p:nvSpPr>
          <p:cNvPr id="21" name="R2_tk49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50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50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50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people are: next to, behind…</a:t>
            </a:r>
            <a:endParaRPr lang="en-US" sz="1350" dirty="0"/>
          </a:p>
        </p:txBody>
      </p:sp>
      <p:sp>
        <p:nvSpPr>
          <p:cNvPr id="25" name="R3_tk50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50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50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50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50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50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50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51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spot the difference</a:t>
            </a:r>
            <a:endParaRPr lang="en-US" sz="1350" dirty="0"/>
          </a:p>
        </p:txBody>
      </p:sp>
      <p:sp>
        <p:nvSpPr>
          <p:cNvPr id="33" name="R5_tk51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51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1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1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1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1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2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3" name="bd_52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2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5" name="bd_52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2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7" name="bd_52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2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9" name="cd_52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3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3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3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3" name="st_53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5"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36"/>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6" name="brP_537"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38"/>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5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54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4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54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4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3" name="st_54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45"/>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46"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47"/>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48"/>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49"/>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50"/>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Track numbers = Student's Book 1C (pp.10–11)</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Check the book exercise before you play</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Click the speaker: play / pause</a:t>
            </a:r>
            <a:endParaRPr lang="en-US" sz="800" dirty="0"/>
          </a:p>
        </p:txBody>
      </p:sp>
      <p:sp>
        <p:nvSpPr>
          <p:cNvPr id="20" name="ab_551"/>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/ə/ and /ɜː/ – p.10 · 2a (listen, then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552"/>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p.10 · 2c (listen and check the word groups)</a:t>
            </a:r>
            <a:endParaRPr lang="en-US" sz="1300" dirty="0"/>
          </a:p>
        </p:txBody>
      </p:sp>
      <p:pic>
        <p:nvPicPr>
          <p:cNvPr id="23"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553"/>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127000" tIns="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5"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554"/>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Grammar Bank 1C – listen and repeat</a:t>
            </a:r>
            <a:endParaRPr lang="en-US" sz="1300" dirty="0"/>
          </a:p>
        </p:txBody>
      </p:sp>
      <p:pic>
        <p:nvPicPr>
          <p:cNvPr id="2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555"/>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the Vermeer painting – p.11 (script SB p.120)</a:t>
            </a:r>
            <a:endParaRPr lang="en-US" sz="1300" dirty="0"/>
          </a:p>
        </p:txBody>
      </p:sp>
      <p:pic>
        <p:nvPicPr>
          <p:cNvPr id="29"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556"/>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127000" tIns="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p.11 (listen and check)</a:t>
            </a:r>
            <a:endParaRPr lang="en-US" sz="1300" dirty="0"/>
          </a:p>
        </p:txBody>
      </p:sp>
      <p:pic>
        <p:nvPicPr>
          <p:cNvPr id="31"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seq concurrent="1" nextAc="seek">
              <p:cTn id="8" restart="whenNotActive" fill="hold" evtFilter="cancelBubble" nodeType="interactiveSeq">
                <p:stCondLst>
                  <p:cond evt="onClick" delay="0">
                    <p:tgtEl>
                      <p:spTgt spid="2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3"/>
                                        </p:tgtEl>
                                      </p:cBhvr>
                                    </p:cmd>
                                  </p:childTnLst>
                                </p:cTn>
                              </p:par>
                            </p:childTnLst>
                          </p:cTn>
                        </p:par>
                      </p:childTnLst>
                    </p:cTn>
                  </p:par>
                </p:childTnLst>
              </p:cTn>
              <p:nextCondLst>
                <p:cond evt="onClick" delay="0">
                  <p:tgtEl>
                    <p:spTgt spid="23"/>
                  </p:tgtEl>
                </p:cond>
              </p:nextCondLst>
            </p:seq>
            <p:seq concurrent="1" nextAc="seek">
              <p:cTn id="13" restart="whenNotActive" fill="hold" evtFilter="cancelBubble" nodeType="interactiveSeq">
                <p:stCondLst>
                  <p:cond evt="onClick" delay="0">
                    <p:tgtEl>
                      <p:spTgt spid="25"/>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25"/>
                                        </p:tgtEl>
                                      </p:cBhvr>
                                    </p:cmd>
                                  </p:childTnLst>
                                </p:cTn>
                              </p:par>
                            </p:childTnLst>
                          </p:cTn>
                        </p:par>
                      </p:childTnLst>
                    </p:cTn>
                  </p:par>
                </p:childTnLst>
              </p:cTn>
              <p:nextCondLst>
                <p:cond evt="onClick" delay="0">
                  <p:tgtEl>
                    <p:spTgt spid="25"/>
                  </p:tgtEl>
                </p:cond>
              </p:nextCondLst>
            </p:seq>
            <p:seq concurrent="1" nextAc="seek">
              <p:cTn id="18" restart="whenNotActive" fill="hold" evtFilter="cancelBubble" nodeType="interactiveSeq">
                <p:stCondLst>
                  <p:cond evt="onClick" delay="0">
                    <p:tgtEl>
                      <p:spTgt spid="2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27"/>
                                        </p:tgtEl>
                                      </p:cBhvr>
                                    </p:cmd>
                                  </p:childTnLst>
                                </p:cTn>
                              </p:par>
                            </p:childTnLst>
                          </p:cTn>
                        </p:par>
                      </p:childTnLst>
                    </p:cTn>
                  </p:par>
                </p:childTnLst>
              </p:cTn>
              <p:nextCondLst>
                <p:cond evt="onClick" delay="0">
                  <p:tgtEl>
                    <p:spTgt spid="27"/>
                  </p:tgtEl>
                </p:cond>
              </p:nextCondLst>
            </p:seq>
            <p:seq concurrent="1" nextAc="seek">
              <p:cTn id="23" restart="whenNotActive" fill="hold" evtFilter="cancelBubble" nodeType="interactiveSeq">
                <p:stCondLst>
                  <p:cond evt="onClick" delay="0">
                    <p:tgtEl>
                      <p:spTgt spid="29"/>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9"/>
                                        </p:tgtEl>
                                      </p:cBhvr>
                                    </p:cmd>
                                  </p:childTnLst>
                                </p:cTn>
                              </p:par>
                            </p:childTnLst>
                          </p:cTn>
                        </p:par>
                      </p:childTnLst>
                    </p:cTn>
                  </p:par>
                </p:childTnLst>
              </p:cTn>
              <p:nextCondLst>
                <p:cond evt="onClick" delay="0">
                  <p:tgtEl>
                    <p:spTgt spid="29"/>
                  </p:tgtEl>
                </p:cond>
              </p:nextCondLst>
            </p:seq>
            <p:seq concurrent="1" nextAc="seek">
              <p:cTn id="28" restart="whenNotActive" fill="hold" evtFilter="cancelBubble" nodeType="interactiveSeq">
                <p:stCondLst>
                  <p:cond evt="onClick" delay="0">
                    <p:tgtEl>
                      <p:spTgt spid="31"/>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31"/>
                                        </p:tgtEl>
                                      </p:cBhvr>
                                    </p:cmd>
                                  </p:childTnLst>
                                </p:cTn>
                              </p:par>
                            </p:childTnLst>
                          </p:cTn>
                        </p:par>
                      </p:childTnLst>
                    </p:cTn>
                  </p:par>
                </p:childTnLst>
              </p:cTn>
              <p:nextCondLst>
                <p:cond evt="onClick" delay="0">
                  <p:tgtEl>
                    <p:spTgt spid="31"/>
                  </p:tgtEl>
                </p:cond>
              </p:nextCondLst>
            </p:seq>
            <p:audio>
              <p:cMediaNode vol="80000">
                <p:cTn id="33" fill="hold" display="0">
                  <p:stCondLst>
                    <p:cond delay="indefinite"/>
                  </p:stCondLst>
                  <p:endCondLst>
                    <p:cond evt="onStopAudio" delay="0">
                      <p:tgtEl>
                        <p:sldTgt/>
                      </p:tgtEl>
                    </p:cond>
                  </p:endCondLst>
                </p:cTn>
                <p:tgtEl>
                  <p:spTgt spid="21"/>
                </p:tgtEl>
              </p:cMediaNode>
            </p:audio>
            <p:audio>
              <p:cMediaNode vol="80000">
                <p:cTn id="34" fill="hold" display="0">
                  <p:stCondLst>
                    <p:cond delay="indefinite"/>
                  </p:stCondLst>
                  <p:endCondLst>
                    <p:cond evt="onStopAudio" delay="0">
                      <p:tgtEl>
                        <p:sldTgt/>
                      </p:tgtEl>
                    </p:cond>
                  </p:endCondLst>
                </p:cTn>
                <p:tgtEl>
                  <p:spTgt spid="23"/>
                </p:tgtEl>
              </p:cMediaNode>
            </p:audio>
            <p:audio>
              <p:cMediaNode vol="80000">
                <p:cTn id="35" fill="hold" display="0">
                  <p:stCondLst>
                    <p:cond delay="indefinite"/>
                  </p:stCondLst>
                  <p:endCondLst>
                    <p:cond evt="onStopAudio" delay="0">
                      <p:tgtEl>
                        <p:sldTgt/>
                      </p:tgtEl>
                    </p:cond>
                  </p:endCondLst>
                </p:cTn>
                <p:tgtEl>
                  <p:spTgt spid="25"/>
                </p:tgtEl>
              </p:cMediaNode>
            </p:audio>
            <p:audio>
              <p:cMediaNode vol="80000">
                <p:cTn id="36" fill="hold" display="0">
                  <p:stCondLst>
                    <p:cond delay="indefinite"/>
                  </p:stCondLst>
                  <p:endCondLst>
                    <p:cond evt="onStopAudio" delay="0">
                      <p:tgtEl>
                        <p:sldTgt/>
                      </p:tgtEl>
                    </p:cond>
                  </p:endCondLst>
                </p:cTn>
                <p:tgtEl>
                  <p:spTgt spid="27"/>
                </p:tgtEl>
              </p:cMediaNode>
            </p:audio>
            <p:audio>
              <p:cMediaNode vol="80000">
                <p:cTn id="37" fill="hold" display="0">
                  <p:stCondLst>
                    <p:cond delay="indefinite"/>
                  </p:stCondLst>
                  <p:endCondLst>
                    <p:cond evt="onStopAudio" delay="0">
                      <p:tgtEl>
                        <p:sldTgt/>
                      </p:tgtEl>
                    </p:cond>
                  </p:endCondLst>
                </p:cTn>
                <p:tgtEl>
                  <p:spTgt spid="29"/>
                </p:tgtEl>
              </p:cMediaNode>
            </p:audio>
            <p:audio>
              <p:cMediaNode vol="80000">
                <p:cTn id="38" fill="hold" display="0">
                  <p:stCondLst>
                    <p:cond delay="indefinite"/>
                  </p:stCondLst>
                  <p:endCondLst>
                    <p:cond evt="onStopAudio" delay="0">
                      <p:tgtEl>
                        <p:sldTgt/>
                      </p:tgtEl>
                    </p:cond>
                  </p:endCondLst>
                </p:cTn>
                <p:tgtEl>
                  <p:spTgt spid="3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2026-10-12T10:16:04Z</dcterms:created>
  <dcterms:modified xsi:type="dcterms:W3CDTF">2026-10-12T10:16:04Z</dcterms:modified>
</cp:coreProperties>
</file>