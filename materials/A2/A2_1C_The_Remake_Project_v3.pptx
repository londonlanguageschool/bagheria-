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6"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6"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2"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1"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6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7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4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7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7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6"/>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9"/>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1C (pp.10–11)</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Check the book exercise before you play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0"/>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81"/>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82"/>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83"/>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84"/>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85"/>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2026-10-08T12:20:53Z</dcterms:created>
  <dcterms:modified xsi:type="dcterms:W3CDTF">2026-10-08T12:20:53Z</dcterms:modified>
</cp:coreProperties>
</file>