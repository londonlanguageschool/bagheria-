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ONE click shows all.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audio" Target="../media/media-15-6.mp3"/><Relationship Id="rId7" Type="http://schemas.microsoft.com/office/2007/relationships/media" Target="../media/media-15-6.mp3"/><Relationship Id="rId8" Type="http://schemas.openxmlformats.org/officeDocument/2006/relationships/image" Target="../media/image-15-8.png"/><Relationship Id="rId9" Type="http://schemas.openxmlformats.org/officeDocument/2006/relationships/audio" Target="../media/media-15-9.mp3"/><Relationship Id="rId10" Type="http://schemas.microsoft.com/office/2007/relationships/media" Target="../media/media-15-9.mp3"/><Relationship Id="rId11" Type="http://schemas.openxmlformats.org/officeDocument/2006/relationships/image" Target="../media/image-15-11.png"/><Relationship Id="rId12" Type="http://schemas.openxmlformats.org/officeDocument/2006/relationships/audio" Target="../media/media-15-12.mp3"/><Relationship Id="rId13" Type="http://schemas.microsoft.com/office/2007/relationships/media" Target="../media/media-15-12.mp3"/><Relationship Id="rId14" Type="http://schemas.openxmlformats.org/officeDocument/2006/relationships/image" Target="../media/image-15-14.png"/><Relationship Id="rId15" Type="http://schemas.openxmlformats.org/officeDocument/2006/relationships/audio" Target="../media/media-15-15.mp3"/><Relationship Id="rId16" Type="http://schemas.microsoft.com/office/2007/relationships/media" Target="../media/media-15-15.mp3"/><Relationship Id="rId17" Type="http://schemas.openxmlformats.org/officeDocument/2006/relationships/image" Target="../media/image-15-17.png"/><Relationship Id="rId18" Type="http://schemas.openxmlformats.org/officeDocument/2006/relationships/audio" Target="../media/media-15-18.mp3"/><Relationship Id="rId19" Type="http://schemas.microsoft.com/office/2007/relationships/media" Target="../media/media-15-18.mp3"/><Relationship Id="rId20" Type="http://schemas.openxmlformats.org/officeDocument/2006/relationships/image" Target="../media/image-15-20.png"/><Relationship Id="rId21" Type="http://schemas.openxmlformats.org/officeDocument/2006/relationships/audio" Target="../media/media-15-21.mp3"/><Relationship Id="rId22" Type="http://schemas.microsoft.com/office/2007/relationships/media" Target="../media/media-15-21.mp3"/><Relationship Id="rId23" Type="http://schemas.openxmlformats.org/officeDocument/2006/relationships/image" Target="../media/image-15-23.png"/><Relationship Id="rId24" Type="http://schemas.openxmlformats.org/officeDocument/2006/relationships/slideLayout" Target="../slideLayouts/slideLayout1.xml"/><Relationship Id="rId2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what people are wearing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people are doing in a photo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people are: next to, behind…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spot the difference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present simple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7" name="w_41"/>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8" name="w_42"/>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29" name="w_43"/>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0" name="w_44"/>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2" name="w_46"/>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3" name="w_47"/>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4" name="w_48"/>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5" name="w_49"/>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6" name="w_50"/>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7" name="w_51"/>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5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8" name="insIT_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9" name="cmd_5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3" name="cd_6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6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7"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6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69"/>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1" name="R2_w70"/>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2" name="R3_w71"/>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3" name="R4_w72"/>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4" name="rl_7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74"/>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6" name="R6_w75"/>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7" name="R7_w76"/>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8" name="R8_w77"/>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9"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80"/>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500" dirty="0"/>
          </a:p>
        </p:txBody>
      </p:sp>
      <p:pic>
        <p:nvPicPr>
          <p:cNvPr id="6" name="brP_8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8" name="insIT_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9" name="cmd_8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85"/>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8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4" name="pf_89"/>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0"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91"/>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92"/>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93"/>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94"/>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95"/>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96"/>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97"/>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98"/>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1_chip99"/>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1000" dirty="0"/>
          </a:p>
        </p:txBody>
      </p:sp>
      <p:sp>
        <p:nvSpPr>
          <p:cNvPr id="25" name="bd_100"/>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101"/>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7" name="R2_chip102"/>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8" name="bd_103"/>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104"/>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0" name="R3_chip105"/>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1" name="bd_106"/>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107"/>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3" name="R4_chip108"/>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1000" dirty="0"/>
          </a:p>
        </p:txBody>
      </p:sp>
      <p:sp>
        <p:nvSpPr>
          <p:cNvPr id="34" name="bd_109"/>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110"/>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6" name="R5_chip111"/>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7" name="bd_112"/>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113"/>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39" name="R6_chip114"/>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1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9" name="cmd_12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1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3" name="cd_125"/>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126"/>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5" name="pf_127"/>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128"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12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8" name="R1_rx13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19" name="R1_ri13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sorridendo · stanno applaudendo</a:t>
            </a:r>
            <a:endParaRPr lang="en-US" sz="900" dirty="0"/>
          </a:p>
        </p:txBody>
      </p:sp>
      <p:sp>
        <p:nvSpPr>
          <p:cNvPr id="20" name="cd_132"/>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133"/>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2" name="pf_134"/>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35"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13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5" name="R2_rx13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6" name="R2_ri13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7" name="cd_139"/>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14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9" name="pf_141"/>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142"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14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2" name="R3_rx14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3" name="R3_ri14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4" name="cd_146"/>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14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6" name="pf_148"/>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149"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15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39" name="R4_rx15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0" name="R4_ri15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1" name="R5_wc153"/>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154"/>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6" name="brP_15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8" name="insIT_1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9" name="cmd_16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16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68"/>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6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0"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7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7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7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7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5"/>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86"/>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87"/>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88"/>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8"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9" name="cmd_19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1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3" name="cd_199"/>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200"/>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5" name="pf_201"/>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02"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20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8" name="R1_rx20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19" name="R1_ri20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0" name="cd_206"/>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20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2" name="pf_208"/>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09"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4" name="ru_210"/>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5" name="R2_rx211"/>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6" name="R2_ri212"/>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7" name="cd_213"/>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214"/>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29" name="pf_215"/>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216"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1" name="ru_217"/>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2" name="R3_rx218"/>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3" name="R3_ri219"/>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4" name="R4_wc220"/>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22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22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9" name="cmd_22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2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3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3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37"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3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3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4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4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4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4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4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55"/>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7"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258"/>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500" dirty="0"/>
          </a:p>
        </p:txBody>
      </p:sp>
      <p:pic>
        <p:nvPicPr>
          <p:cNvPr id="6" name="brP_25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6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8" name="insIT_2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9" name="cmd_26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26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26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4" name="pf_267"/>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68"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269"/>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270"/>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271"/>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72"/>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73"/>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74"/>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27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27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4" name="R1_chip27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1000" dirty="0"/>
          </a:p>
        </p:txBody>
      </p:sp>
      <p:sp>
        <p:nvSpPr>
          <p:cNvPr id="25" name="bd_27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27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7" name="R2_chip28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8" name="bd_28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28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0" name="R3_chip28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1" name="bd_28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28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3" name="R4_chip28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4" name="bd_28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28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6" name="R5_chip28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7" name="bd_29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29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39" name="R6_chip29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9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3" name="cd_30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0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6" name="R1_it30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7" name="cd_30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0" name="R1_it31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1" name="cd_31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4" name="R1_it31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5" name="cd_31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200" dirty="0"/>
          </a:p>
        </p:txBody>
      </p:sp>
      <p:sp>
        <p:nvSpPr>
          <p:cNvPr id="28" name="R1_it31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29" name="cd_31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2" name="R1_it32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3" name="cd_32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2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6" name="R1_it32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7" name="cd_32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0" name="R1_it33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1" name="cd_33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4" name="R1_it33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5" name="cd_33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200" dirty="0"/>
          </a:p>
        </p:txBody>
      </p:sp>
      <p:sp>
        <p:nvSpPr>
          <p:cNvPr id="48" name="R1_it33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1000" dirty="0"/>
          </a:p>
        </p:txBody>
      </p:sp>
      <p:sp>
        <p:nvSpPr>
          <p:cNvPr id="49" name="cd_33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2" name="R1_it34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3" name="cd_34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4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6" name="R1_it34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7" name="cd_34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0" name="R1_it35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1" name="R1_wc35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5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5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9" name="cmd_359"/>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3" name="cd_36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36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7" name="pf_36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68"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36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37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1" name="R1_chip37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2" name="bd_37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37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4" name="R2_chip37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5" name="bd_37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37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7" name="R3_chip37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8" name="bd_37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7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0" name="R4_chip38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1" name="bd_38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38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3" name="R5_chip38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4" name="bd_384"/>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385"/>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6" name="R6_chip386"/>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8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6" name="brP_39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9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8" name="insIT_3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9" name="cmd_39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394"/>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39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pic>
        <p:nvPicPr>
          <p:cNvPr id="12" name="logo_3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4" name="pf_398"/>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9"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6" name="bd_400"/>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7" name="pf_401"/>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2"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19" name="bd_403"/>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0" name="bd_404"/>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chip405"/>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2" name="bd_406"/>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chip407"/>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50" dirty="0"/>
          </a:p>
        </p:txBody>
      </p:sp>
      <p:sp>
        <p:nvSpPr>
          <p:cNvPr id="24" name="bd_408"/>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chip409"/>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6" name="bd_410"/>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chip411"/>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8" name="bd_412"/>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chip413"/>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0" name="bd_414"/>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chip415"/>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2" name="spx_416"/>
          <p:cNvSpPr/>
          <p:nvPr/>
        </p:nvSpPr>
        <p:spPr>
          <a:xfrm>
            <a:off x="411480" y="4553712"/>
            <a:ext cx="8549640" cy="292608"/>
          </a:xfrm>
          <a:prstGeom prst="rect">
            <a:avLst/>
          </a:prstGeom>
          <a:noFill/>
          <a:ln/>
        </p:spPr>
        <p:txBody>
          <a:bodyPr wrap="square" lIns="0" tIns="7620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1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6" name="brP_4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8" name="insIT_4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9" name="cmd_42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4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pic>
        <p:nvPicPr>
          <p:cNvPr id="11"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3" name="pf_42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28"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42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3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This is a photo of… last summer.</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On the left… / In the middle…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He's wearing… · They're laughing.</a:t>
            </a:r>
            <a:endParaRPr lang="en-US" sz="1050" dirty="0"/>
          </a:p>
        </p:txBody>
      </p:sp>
      <p:sp>
        <p:nvSpPr>
          <p:cNvPr id="19" name="R1_qb43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3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1" name="R2_qb43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3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3" name="R3_qb43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3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5" name="R4_qb4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4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7" name="R5_qb44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4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4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4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4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49"/>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2" name="bd_45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5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4" name="bd_45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5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6" name="bd_45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5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8" name="cd_45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5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6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61"/>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2" name="st_46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6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6" name="brP_4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46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47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Book audio · 1C</a:t>
            </a:r>
            <a:endParaRPr lang="en-US" sz="800" dirty="0"/>
          </a:p>
        </p:txBody>
      </p:sp>
      <p:sp>
        <p:nvSpPr>
          <p:cNvPr id="13" name="st_47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74"/>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75"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76"/>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77"/>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78"/>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79"/>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Track numbers = Student's Book 1C (pp.10–11)</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Check the book exercise before you play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480"/>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481"/>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482"/>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0" tIns="12700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483"/>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484"/>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9"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485"/>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31"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audio>
              <p:cMediaNode vol="80000">
                <p:cTn id="33" fill="hold" display="0">
                  <p:stCondLst>
                    <p:cond delay="indefinite"/>
                  </p:stCondLst>
                  <p:endCondLst>
                    <p:cond evt="onStopAudio" delay="0">
                      <p:tgtEl>
                        <p:sldTgt/>
                      </p:tgtEl>
                    </p:cond>
                  </p:endCondLst>
                </p:cTn>
                <p:tgtEl>
                  <p:spTgt spid="21"/>
                </p:tgtEl>
              </p:cMediaNode>
            </p:audio>
            <p:audio>
              <p:cMediaNode vol="80000">
                <p:cTn id="34" fill="hold" display="0">
                  <p:stCondLst>
                    <p:cond delay="indefinite"/>
                  </p:stCondLst>
                  <p:endCondLst>
                    <p:cond evt="onStopAudio" delay="0">
                      <p:tgtEl>
                        <p:sldTgt/>
                      </p:tgtEl>
                    </p:cond>
                  </p:endCondLst>
                </p:cTn>
                <p:tgtEl>
                  <p:spTgt spid="23"/>
                </p:tgtEl>
              </p:cMediaNode>
            </p:audio>
            <p:audio>
              <p:cMediaNode vol="80000">
                <p:cTn id="35" fill="hold" display="0">
                  <p:stCondLst>
                    <p:cond delay="indefinite"/>
                  </p:stCondLst>
                  <p:endCondLst>
                    <p:cond evt="onStopAudio" delay="0">
                      <p:tgtEl>
                        <p:sldTgt/>
                      </p:tgtEl>
                    </p:cond>
                  </p:endCondLst>
                </p:cTn>
                <p:tgtEl>
                  <p:spTgt spid="25"/>
                </p:tgtEl>
              </p:cMediaNode>
            </p:audio>
            <p:audio>
              <p:cMediaNode vol="80000">
                <p:cTn id="36" fill="hold" display="0">
                  <p:stCondLst>
                    <p:cond delay="indefinite"/>
                  </p:stCondLst>
                  <p:endCondLst>
                    <p:cond evt="onStopAudio" delay="0">
                      <p:tgtEl>
                        <p:sldTgt/>
                      </p:tgtEl>
                    </p:cond>
                  </p:endCondLst>
                </p:cTn>
                <p:tgtEl>
                  <p:spTgt spid="27"/>
                </p:tgtEl>
              </p:cMediaNode>
            </p:audio>
            <p:audio>
              <p:cMediaNode vol="80000">
                <p:cTn id="37" fill="hold" display="0">
                  <p:stCondLst>
                    <p:cond delay="indefinite"/>
                  </p:stCondLst>
                  <p:endCondLst>
                    <p:cond evt="onStopAudio" delay="0">
                      <p:tgtEl>
                        <p:sldTgt/>
                      </p:tgtEl>
                    </p:cond>
                  </p:endCondLst>
                </p:cTn>
                <p:tgtEl>
                  <p:spTgt spid="29"/>
                </p:tgtEl>
              </p:cMediaNode>
            </p:audio>
            <p:audio>
              <p:cMediaNode vol="80000">
                <p:cTn id="38" fill="hold" display="0">
                  <p:stCondLst>
                    <p:cond delay="indefinite"/>
                  </p:stCondLst>
                  <p:endCondLst>
                    <p:cond evt="onStopAudio" delay="0">
                      <p:tgtEl>
                        <p:sldTgt/>
                      </p:tgtEl>
                    </p:cond>
                  </p:endCondLst>
                </p:cTn>
                <p:tgtEl>
                  <p:spTgt spid="3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2026-10-09T10:15:20Z</dcterms:created>
  <dcterms:modified xsi:type="dcterms:W3CDTF">2026-10-09T10:15:20Z</dcterms:modified>
</cp:coreProperties>
</file>