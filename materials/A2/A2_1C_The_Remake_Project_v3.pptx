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ONE click shows all.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Book audio · 1C (0 min)
BOOK AUDIO (8 Oct). The owner sent tracks 1.24–1.29 on the day; exercises checked against the Teacher's Guide File 1 (TG pp.22–24).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audio" Target="../media/media-15-6.mp3"/><Relationship Id="rId7" Type="http://schemas.microsoft.com/office/2007/relationships/media" Target="../media/media-15-6.mp3"/><Relationship Id="rId8" Type="http://schemas.openxmlformats.org/officeDocument/2006/relationships/image" Target="../media/image-15-8.png"/><Relationship Id="rId9" Type="http://schemas.openxmlformats.org/officeDocument/2006/relationships/audio" Target="../media/media-15-9.mp3"/><Relationship Id="rId10" Type="http://schemas.microsoft.com/office/2007/relationships/media" Target="../media/media-15-9.mp3"/><Relationship Id="rId11" Type="http://schemas.openxmlformats.org/officeDocument/2006/relationships/image" Target="../media/image-15-11.png"/><Relationship Id="rId12" Type="http://schemas.openxmlformats.org/officeDocument/2006/relationships/audio" Target="../media/media-15-12.mp3"/><Relationship Id="rId13" Type="http://schemas.microsoft.com/office/2007/relationships/media" Target="../media/media-15-12.mp3"/><Relationship Id="rId14" Type="http://schemas.openxmlformats.org/officeDocument/2006/relationships/image" Target="../media/image-15-14.png"/><Relationship Id="rId15" Type="http://schemas.openxmlformats.org/officeDocument/2006/relationships/audio" Target="../media/media-15-15.mp3"/><Relationship Id="rId16" Type="http://schemas.microsoft.com/office/2007/relationships/media" Target="../media/media-15-15.mp3"/><Relationship Id="rId17" Type="http://schemas.openxmlformats.org/officeDocument/2006/relationships/image" Target="../media/image-15-17.png"/><Relationship Id="rId18" Type="http://schemas.openxmlformats.org/officeDocument/2006/relationships/audio" Target="../media/media-15-18.mp3"/><Relationship Id="rId19" Type="http://schemas.microsoft.com/office/2007/relationships/media" Target="../media/media-15-18.mp3"/><Relationship Id="rId20" Type="http://schemas.openxmlformats.org/officeDocument/2006/relationships/image" Target="../media/image-15-20.png"/><Relationship Id="rId21" Type="http://schemas.openxmlformats.org/officeDocument/2006/relationships/audio" Target="../media/media-15-21.mp3"/><Relationship Id="rId22" Type="http://schemas.microsoft.com/office/2007/relationships/media" Target="../media/media-15-21.mp3"/><Relationship Id="rId23" Type="http://schemas.openxmlformats.org/officeDocument/2006/relationships/image" Target="../media/image-15-23.png"/><Relationship Id="rId24" Type="http://schemas.openxmlformats.org/officeDocument/2006/relationships/slideLayout" Target="../slideLayouts/slideLayout1.xml"/><Relationship Id="rId2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describe what people are wearing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people are doing in a photo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where people are: next to, behind…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spot the difference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 Oct: clothes · speaking in pairs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present simple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7" name="w_41"/>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8" name="w_42"/>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29" name="w_43"/>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0" name="w_44"/>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1" name="w_45"/>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2" name="w_46"/>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3" name="w_47"/>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4" name="w_48"/>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5" name="w_49"/>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6" name="w_50"/>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7" name="w_51"/>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5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8" name="insIT_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capo. Non dire la parola!</a:t>
            </a:r>
            <a:endParaRPr lang="en-US" sz="950" dirty="0"/>
          </a:p>
        </p:txBody>
      </p:sp>
      <p:sp>
        <p:nvSpPr>
          <p:cNvPr id="9" name="cmd_5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Warmer · clothes</a:t>
            </a:r>
            <a:endParaRPr lang="en-US" sz="800" dirty="0"/>
          </a:p>
        </p:txBody>
      </p:sp>
      <p:sp>
        <p:nvSpPr>
          <p:cNvPr id="13" name="cd_6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5"/>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6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7"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6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69"/>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1" name="R2_w70"/>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2" name="R3_w71"/>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3" name="R4_w72"/>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4" name="rl_7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74"/>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6" name="R6_w75"/>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7" name="R7_w76"/>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8" name="R8_w77"/>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9"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80"/>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500" dirty="0"/>
          </a:p>
        </p:txBody>
      </p:sp>
      <p:pic>
        <p:nvPicPr>
          <p:cNvPr id="6" name="brP_8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8" name="insIT_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Rispondi alle domande 1–6.</a:t>
            </a:r>
            <a:endParaRPr lang="en-US" sz="950" dirty="0"/>
          </a:p>
        </p:txBody>
      </p:sp>
      <p:sp>
        <p:nvSpPr>
          <p:cNvPr id="9" name="cmd_8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85"/>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8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in a photo · present continuous   ·   📖 SB p.10 · present continuous in a photo</a:t>
            </a:r>
            <a:endParaRPr lang="en-US" sz="800" dirty="0"/>
          </a:p>
        </p:txBody>
      </p:sp>
      <p:sp>
        <p:nvSpPr>
          <p:cNvPr id="14" name="pf_89"/>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0"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91"/>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92"/>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93"/>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94"/>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95"/>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96"/>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97"/>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98"/>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4" name="R1_chip99"/>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1000" dirty="0"/>
          </a:p>
        </p:txBody>
      </p:sp>
      <p:sp>
        <p:nvSpPr>
          <p:cNvPr id="25" name="bd_100"/>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101"/>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7" name="R2_chip102"/>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8" name="bd_103"/>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104"/>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0" name="R3_chip105"/>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1" name="bd_106"/>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107"/>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3" name="R4_chip108"/>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1000" dirty="0"/>
          </a:p>
        </p:txBody>
      </p:sp>
      <p:sp>
        <p:nvSpPr>
          <p:cNvPr id="34" name="bd_109"/>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110"/>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6" name="R5_chip111"/>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7" name="bd_112"/>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113"/>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39" name="R6_chip114"/>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1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Come si forma?</a:t>
            </a:r>
            <a:endParaRPr lang="en-US" sz="950" dirty="0"/>
          </a:p>
        </p:txBody>
      </p:sp>
      <p:sp>
        <p:nvSpPr>
          <p:cNvPr id="9" name="cmd_12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12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 present continuous   ·   📖 Grammar Bank 1C p.125</a:t>
            </a:r>
            <a:endParaRPr lang="en-US" sz="800" dirty="0"/>
          </a:p>
        </p:txBody>
      </p:sp>
      <p:sp>
        <p:nvSpPr>
          <p:cNvPr id="13" name="cd_125"/>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126"/>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5" name="pf_127"/>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128"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129"/>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8" name="R1_rx130"/>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19" name="R1_ri131"/>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sorridendo · stanno applaudendo</a:t>
            </a:r>
            <a:endParaRPr lang="en-US" sz="900" dirty="0"/>
          </a:p>
        </p:txBody>
      </p:sp>
      <p:sp>
        <p:nvSpPr>
          <p:cNvPr id="20" name="cd_132"/>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133"/>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2" name="pf_134"/>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35"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136"/>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5" name="R2_rx137"/>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6" name="R2_ri138"/>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sta… · non stanno…</a:t>
            </a:r>
            <a:endParaRPr lang="en-US" sz="900" dirty="0"/>
          </a:p>
        </p:txBody>
      </p:sp>
      <p:sp>
        <p:nvSpPr>
          <p:cNvPr id="27" name="cd_139"/>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140"/>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9" name="pf_141"/>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142"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143"/>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2" name="R3_rx144"/>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3" name="R3_ri145"/>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 Cosa stai facendo?</a:t>
            </a:r>
            <a:endParaRPr lang="en-US" sz="900" dirty="0"/>
          </a:p>
        </p:txBody>
      </p:sp>
      <p:sp>
        <p:nvSpPr>
          <p:cNvPr id="34" name="cd_146"/>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147"/>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6" name="pf_148"/>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149"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150"/>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39" name="R4_rx151"/>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0" name="R4_ri152"/>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sparisce · sit → sitting</a:t>
            </a:r>
            <a:endParaRPr lang="en-US" sz="900" dirty="0"/>
          </a:p>
        </p:txBody>
      </p:sp>
      <p:sp>
        <p:nvSpPr>
          <p:cNvPr id="41" name="R5_wc153"/>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154"/>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6" name="brP_15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5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8" name="insIT_1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Adesso o ogni giorno? Scrivi la forma giusta.</a:t>
            </a:r>
            <a:endParaRPr lang="en-US" sz="950" dirty="0"/>
          </a:p>
        </p:txBody>
      </p:sp>
      <p:sp>
        <p:nvSpPr>
          <p:cNvPr id="9" name="cmd_16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16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simple or continuous?   ·   📖 Grammar Bank 1C p.125 · b</a:t>
            </a:r>
            <a:endParaRPr lang="en-US" sz="800" dirty="0"/>
          </a:p>
        </p:txBody>
      </p:sp>
      <p:sp>
        <p:nvSpPr>
          <p:cNvPr id="13" name="cd_16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68"/>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 It ___ (rain).  →  Look! It's raining.  (look! = now)</a:t>
            </a:r>
            <a:endParaRPr lang="en-US" sz="1050" dirty="0"/>
          </a:p>
        </p:txBody>
      </p:sp>
      <p:sp>
        <p:nvSpPr>
          <p:cNvPr id="17" name="pf_16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0"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7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7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7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7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5"/>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86"/>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87"/>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88"/>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8" name="insIT_1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'Portare' in italiano = due verbi inglesi!</a:t>
            </a:r>
            <a:endParaRPr lang="en-US" sz="950" dirty="0"/>
          </a:p>
        </p:txBody>
      </p:sp>
      <p:sp>
        <p:nvSpPr>
          <p:cNvPr id="9" name="cmd_19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19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wear or carry?   ·   📖 VB p.151 · Things you wear</a:t>
            </a:r>
            <a:endParaRPr lang="en-US" sz="800" dirty="0"/>
          </a:p>
        </p:txBody>
      </p:sp>
      <p:sp>
        <p:nvSpPr>
          <p:cNvPr id="13" name="cd_199"/>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200"/>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5" name="pf_201"/>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02"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203"/>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8" name="R1_rx204"/>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19" name="R1_ri205"/>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indossare · portare addosso</a:t>
            </a:r>
            <a:endParaRPr lang="en-US" sz="900" dirty="0"/>
          </a:p>
        </p:txBody>
      </p:sp>
      <p:sp>
        <p:nvSpPr>
          <p:cNvPr id="20" name="cd_206"/>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20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2" name="pf_208"/>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09"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4" name="ru_210"/>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5" name="R2_rx211"/>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6" name="R2_ri212"/>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portare in mano</a:t>
            </a:r>
            <a:endParaRPr lang="en-US" sz="900" dirty="0"/>
          </a:p>
        </p:txBody>
      </p:sp>
      <p:sp>
        <p:nvSpPr>
          <p:cNvPr id="27" name="cd_213"/>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214"/>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29" name="pf_215"/>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216"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1" name="ru_217"/>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2" name="R3_rx218"/>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3" name="R3_ri219"/>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vestirsi</a:t>
            </a:r>
            <a:endParaRPr lang="en-US" sz="900" dirty="0"/>
          </a:p>
        </p:txBody>
      </p:sp>
      <p:sp>
        <p:nvSpPr>
          <p:cNvPr id="34" name="R4_wc220"/>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221"/>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226"/>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Wear, carry o get dressed? Usa la forma giusta.</a:t>
            </a:r>
            <a:endParaRPr lang="en-US" sz="950" dirty="0"/>
          </a:p>
        </p:txBody>
      </p:sp>
      <p:sp>
        <p:nvSpPr>
          <p:cNvPr id="9" name="cmd_22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2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wear, carry, get dressed   ·   📖 VB p.151 · practice</a:t>
            </a:r>
            <a:endParaRPr lang="en-US" sz="800" dirty="0"/>
          </a:p>
        </p:txBody>
      </p:sp>
      <p:sp>
        <p:nvSpPr>
          <p:cNvPr id="13" name="cd_23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35"/>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mum ___ shorts.  →  The mum is wearing shorts.</a:t>
            </a:r>
            <a:endParaRPr lang="en-US" sz="1050" dirty="0"/>
          </a:p>
        </p:txBody>
      </p:sp>
      <p:sp>
        <p:nvSpPr>
          <p:cNvPr id="17" name="pf_23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37"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3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3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4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4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4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4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4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3"/>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4"/>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55"/>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7"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258"/>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500" dirty="0"/>
          </a:p>
        </p:txBody>
      </p:sp>
      <p:pic>
        <p:nvPicPr>
          <p:cNvPr id="6" name="brP_25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6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8" name="insIT_2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Dove sono? Rispondi alle domande 1–6.</a:t>
            </a:r>
            <a:endParaRPr lang="en-US" sz="950" dirty="0"/>
          </a:p>
        </p:txBody>
      </p:sp>
      <p:sp>
        <p:nvSpPr>
          <p:cNvPr id="9" name="cmd_26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263"/>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26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prepositions of place   ·   📖 SB p.11 · prepositions of place</a:t>
            </a:r>
            <a:endParaRPr lang="en-US" sz="800" dirty="0"/>
          </a:p>
        </p:txBody>
      </p:sp>
      <p:sp>
        <p:nvSpPr>
          <p:cNvPr id="14" name="pf_267"/>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68"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269"/>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270"/>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271"/>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72"/>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73"/>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74"/>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27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27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4" name="R1_chip27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1000" dirty="0"/>
          </a:p>
        </p:txBody>
      </p:sp>
      <p:sp>
        <p:nvSpPr>
          <p:cNvPr id="25" name="bd_27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27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7" name="R2_chip28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8" name="bd_28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28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0" name="R3_chip28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1" name="bd_28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28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3" name="R4_chip28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4" name="bd_28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28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6" name="R5_chip28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7" name="bd_29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29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39" name="R6_chip29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2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9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in Italian</a:t>
            </a:r>
            <a:endParaRPr lang="en-US" sz="800" dirty="0"/>
          </a:p>
        </p:txBody>
      </p:sp>
      <p:sp>
        <p:nvSpPr>
          <p:cNvPr id="13" name="cd_30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0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6" name="R1_it30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7" name="cd_30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0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0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0" name="R1_it31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1" name="cd_31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4" name="R1_it31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5" name="cd_31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1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1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200" dirty="0"/>
          </a:p>
        </p:txBody>
      </p:sp>
      <p:sp>
        <p:nvSpPr>
          <p:cNvPr id="28" name="R1_it31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29" name="cd_31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2" name="R1_it32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3" name="cd_32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2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6" name="R1_it32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7" name="cd_32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2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2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0" name="R1_it33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1" name="cd_33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4" name="R1_it33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5" name="cd_33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3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3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200" dirty="0"/>
          </a:p>
        </p:txBody>
      </p:sp>
      <p:sp>
        <p:nvSpPr>
          <p:cNvPr id="48" name="R1_it33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1000" dirty="0"/>
          </a:p>
        </p:txBody>
      </p:sp>
      <p:sp>
        <p:nvSpPr>
          <p:cNvPr id="49" name="cd_33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2" name="R1_it34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3" name="cd_34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4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6" name="R1_it34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7" name="cd_34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4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4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0" name="R1_it35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1" name="R1_wc35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5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5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5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8"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le parole. Quale è diversa?</a:t>
            </a:r>
            <a:endParaRPr lang="en-US" sz="950" dirty="0"/>
          </a:p>
        </p:txBody>
      </p:sp>
      <p:sp>
        <p:nvSpPr>
          <p:cNvPr id="9" name="cmd_359"/>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0"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Pronunciation · /ɜː/ as in shirt   ·   📖 SB p.10 · Pronunciation /ɜː/</a:t>
            </a:r>
            <a:endParaRPr lang="en-US" sz="800" dirty="0"/>
          </a:p>
        </p:txBody>
      </p:sp>
      <p:sp>
        <p:nvSpPr>
          <p:cNvPr id="13" name="cd_36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36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/ɜː/ = shirt · skirt · work · her · Thursday · first   (mouth relaxed, lips NOT round)</a:t>
            </a:r>
            <a:endParaRPr lang="en-US" sz="1050" dirty="0"/>
          </a:p>
        </p:txBody>
      </p:sp>
      <p:sp>
        <p:nvSpPr>
          <p:cNvPr id="17" name="pf_36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68"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36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37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1" name="R1_chip37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2" name="bd_37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37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4" name="R2_chip37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5" name="bd_37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37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7" name="R3_chip37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8" name="bd_37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37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0" name="R4_chip38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1" name="bd_38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38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3" name="R5_chip38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4" name="bd_384"/>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385"/>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6" name="R6_chip386"/>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8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6" name="brP_39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9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8" name="insIT_3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6 differenze. Dille in inglese!</a:t>
            </a:r>
            <a:endParaRPr lang="en-US" sz="950" dirty="0"/>
          </a:p>
        </p:txBody>
      </p:sp>
      <p:sp>
        <p:nvSpPr>
          <p:cNvPr id="9" name="cmd_39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394"/>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39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pic>
        <p:nvPicPr>
          <p:cNvPr id="12" name="logo_3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game · spot the difference   ·   📖 SB p.11 · Communication (our version)</a:t>
            </a:r>
            <a:endParaRPr lang="en-US" sz="800" dirty="0"/>
          </a:p>
        </p:txBody>
      </p:sp>
      <p:sp>
        <p:nvSpPr>
          <p:cNvPr id="14" name="pf_398"/>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9"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6" name="bd_400"/>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7" name="pf_401"/>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02"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19" name="bd_403"/>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0" name="bd_404"/>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chip405"/>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2" name="bd_406"/>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chip407"/>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50" dirty="0"/>
          </a:p>
        </p:txBody>
      </p:sp>
      <p:sp>
        <p:nvSpPr>
          <p:cNvPr id="24" name="bd_408"/>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chip409"/>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6" name="bd_410"/>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chip411"/>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8" name="bd_412"/>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chip413"/>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0" name="bd_414"/>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chip415"/>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2" name="spx_416"/>
          <p:cNvSpPr/>
          <p:nvPr/>
        </p:nvSpPr>
        <p:spPr>
          <a:xfrm>
            <a:off x="411480" y="4553712"/>
            <a:ext cx="8549640" cy="292608"/>
          </a:xfrm>
          <a:prstGeom prst="rect">
            <a:avLst/>
          </a:prstGeom>
          <a:noFill/>
          <a:ln/>
        </p:spPr>
        <p:txBody>
          <a:bodyPr wrap="square" lIns="0" tIns="7620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8"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19"/>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6" name="brP_4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8" name="insIT_4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Mostra una foto sul telefono. Descrivila!</a:t>
            </a:r>
            <a:endParaRPr lang="en-US" sz="950" dirty="0"/>
          </a:p>
        </p:txBody>
      </p:sp>
      <p:sp>
        <p:nvSpPr>
          <p:cNvPr id="9" name="cmd_42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4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pic>
        <p:nvPicPr>
          <p:cNvPr id="11"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your photo</a:t>
            </a:r>
            <a:endParaRPr lang="en-US" sz="800" dirty="0"/>
          </a:p>
        </p:txBody>
      </p:sp>
      <p:sp>
        <p:nvSpPr>
          <p:cNvPr id="13" name="pf_42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28"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42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43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43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This is a photo of… last summer.</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On the left… / In the middle…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He's wearing… · They're laughing.</a:t>
            </a:r>
            <a:endParaRPr lang="en-US" sz="1050" dirty="0"/>
          </a:p>
        </p:txBody>
      </p:sp>
      <p:sp>
        <p:nvSpPr>
          <p:cNvPr id="19" name="R1_qb43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43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is my cousin's wedding in Palermo, last June.</a:t>
            </a:r>
            <a:endParaRPr lang="en-US" sz="1250" dirty="0"/>
          </a:p>
        </p:txBody>
      </p:sp>
      <p:sp>
        <p:nvSpPr>
          <p:cNvPr id="21" name="R2_qb43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43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is on the left, next to my aunt.</a:t>
            </a:r>
            <a:endParaRPr lang="en-US" sz="1250" dirty="0"/>
          </a:p>
        </p:txBody>
      </p:sp>
      <p:sp>
        <p:nvSpPr>
          <p:cNvPr id="23" name="R3_qb43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43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wearing a terrible tie!</a:t>
            </a:r>
            <a:endParaRPr lang="en-US" sz="1250" dirty="0"/>
          </a:p>
        </p:txBody>
      </p:sp>
      <p:sp>
        <p:nvSpPr>
          <p:cNvPr id="25" name="R4_qb4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44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brother is dancing and my grandma is laughing.</a:t>
            </a:r>
            <a:endParaRPr lang="en-US" sz="1250" dirty="0"/>
          </a:p>
        </p:txBody>
      </p:sp>
      <p:sp>
        <p:nvSpPr>
          <p:cNvPr id="27" name="R5_qb44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44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4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4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4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49"/>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Exit · what can you remember?</a:t>
            </a:r>
            <a:endParaRPr lang="en-US" sz="800" dirty="0"/>
          </a:p>
        </p:txBody>
      </p:sp>
      <p:sp>
        <p:nvSpPr>
          <p:cNvPr id="12" name="bd_45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5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4" name="bd_45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5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6" name="bd_45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5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8" name="cd_45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45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6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61"/>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1C (normal / easier) in the LLS app</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1C (teacher's choice)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Describe a photo from your phone: 50–70 words</a:t>
            </a:r>
            <a:endParaRPr lang="en-US" sz="1150" dirty="0"/>
          </a:p>
        </p:txBody>
      </p:sp>
      <p:sp>
        <p:nvSpPr>
          <p:cNvPr id="22" name="st_46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6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6" name="brP_4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46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47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4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Book audio · 1C</a:t>
            </a:r>
            <a:endParaRPr lang="en-US" sz="800" dirty="0"/>
          </a:p>
        </p:txBody>
      </p:sp>
      <p:sp>
        <p:nvSpPr>
          <p:cNvPr id="13" name="st_47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74"/>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75"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76"/>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77"/>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78"/>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79"/>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Track numbers = Student's Book 1C (pp.10–11)</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Check the book exercise before you play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480"/>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/ə/ and /ɜː/ – p.10 · 2a (listen, then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481"/>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p.10 · 2c (listen and check the word groups)</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482"/>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0" tIns="12700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6" name="ab_483"/>
          <p:cNvSpPr/>
          <p:nvPr/>
        </p:nvSpPr>
        <p:spPr>
          <a:xfrm>
            <a:off x="3246120" y="3008376"/>
            <a:ext cx="4983480" cy="457200"/>
          </a:xfrm>
          <a:prstGeom prst="roundRect">
            <a:avLst>
              <a:gd name="adj" fmla="val 24000"/>
            </a:avLst>
          </a:prstGeom>
          <a:solidFill>
            <a:srgbClr val="FFFFFF"/>
          </a:solidFill>
          <a:ln w="19050">
            <a:solidFill>
              <a:srgbClr val="FFE07A"/>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8" name="ab_484"/>
          <p:cNvSpPr/>
          <p:nvPr/>
        </p:nvSpPr>
        <p:spPr>
          <a:xfrm>
            <a:off x="3246120" y="3538728"/>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the Vermeer painting – p.11 (script SB p.120)</a:t>
            </a:r>
            <a:endParaRPr lang="en-US" sz="1300" dirty="0"/>
          </a:p>
        </p:txBody>
      </p:sp>
      <p:pic>
        <p:nvPicPr>
          <p:cNvPr id="29"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30" name="ab_485"/>
          <p:cNvSpPr/>
          <p:nvPr/>
        </p:nvSpPr>
        <p:spPr>
          <a:xfrm>
            <a:off x="3246120" y="4069080"/>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p.11 (listen and check)</a:t>
            </a:r>
            <a:endParaRPr lang="en-US" sz="1300" dirty="0"/>
          </a:p>
        </p:txBody>
      </p:sp>
      <p:pic>
        <p:nvPicPr>
          <p:cNvPr id="31"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audio>
              <p:cMediaNode vol="80000">
                <p:cTn id="33" fill="hold" display="0">
                  <p:stCondLst>
                    <p:cond delay="indefinite"/>
                  </p:stCondLst>
                  <p:endCondLst>
                    <p:cond evt="onStopAudio" delay="0">
                      <p:tgtEl>
                        <p:sldTgt/>
                      </p:tgtEl>
                    </p:cond>
                  </p:endCondLst>
                </p:cTn>
                <p:tgtEl>
                  <p:spTgt spid="21"/>
                </p:tgtEl>
              </p:cMediaNode>
            </p:audio>
            <p:audio>
              <p:cMediaNode vol="80000">
                <p:cTn id="34" fill="hold" display="0">
                  <p:stCondLst>
                    <p:cond delay="indefinite"/>
                  </p:stCondLst>
                  <p:endCondLst>
                    <p:cond evt="onStopAudio" delay="0">
                      <p:tgtEl>
                        <p:sldTgt/>
                      </p:tgtEl>
                    </p:cond>
                  </p:endCondLst>
                </p:cTn>
                <p:tgtEl>
                  <p:spTgt spid="23"/>
                </p:tgtEl>
              </p:cMediaNode>
            </p:audio>
            <p:audio>
              <p:cMediaNode vol="80000">
                <p:cTn id="35" fill="hold" display="0">
                  <p:stCondLst>
                    <p:cond delay="indefinite"/>
                  </p:stCondLst>
                  <p:endCondLst>
                    <p:cond evt="onStopAudio" delay="0">
                      <p:tgtEl>
                        <p:sldTgt/>
                      </p:tgtEl>
                    </p:cond>
                  </p:endCondLst>
                </p:cTn>
                <p:tgtEl>
                  <p:spTgt spid="25"/>
                </p:tgtEl>
              </p:cMediaNode>
            </p:audio>
            <p:audio>
              <p:cMediaNode vol="80000">
                <p:cTn id="36" fill="hold" display="0">
                  <p:stCondLst>
                    <p:cond delay="indefinite"/>
                  </p:stCondLst>
                  <p:endCondLst>
                    <p:cond evt="onStopAudio" delay="0">
                      <p:tgtEl>
                        <p:sldTgt/>
                      </p:tgtEl>
                    </p:cond>
                  </p:endCondLst>
                </p:cTn>
                <p:tgtEl>
                  <p:spTgt spid="27"/>
                </p:tgtEl>
              </p:cMediaNode>
            </p:audio>
            <p:audio>
              <p:cMediaNode vol="80000">
                <p:cTn id="37" fill="hold" display="0">
                  <p:stCondLst>
                    <p:cond delay="indefinite"/>
                  </p:stCondLst>
                  <p:endCondLst>
                    <p:cond evt="onStopAudio" delay="0">
                      <p:tgtEl>
                        <p:sldTgt/>
                      </p:tgtEl>
                    </p:cond>
                  </p:endCondLst>
                </p:cTn>
                <p:tgtEl>
                  <p:spTgt spid="29"/>
                </p:tgtEl>
              </p:cMediaNode>
            </p:audio>
            <p:audio>
              <p:cMediaNode vol="80000">
                <p:cTn id="38" fill="hold" display="0">
                  <p:stCondLst>
                    <p:cond delay="indefinite"/>
                  </p:stCondLst>
                  <p:endCondLst>
                    <p:cond evt="onStopAudio" delay="0">
                      <p:tgtEl>
                        <p:sldTgt/>
                      </p:tgtEl>
                    </p:cond>
                  </p:endCondLst>
                </p:cTn>
                <p:tgtEl>
                  <p:spTgt spid="3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2026-10-09T09:56:01Z</dcterms:created>
  <dcterms:modified xsi:type="dcterms:W3CDTF">2026-10-09T09:56:01Z</dcterms:modified>
</cp:coreProperties>
</file>