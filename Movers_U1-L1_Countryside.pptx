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(2 min). HOOK (TB): hold up the photo. 'Are there lots of houses?' (No) 'Lots of cars and people?' (No) 'It's the countryside. It's quiet. It's beautiful.' Quick retrieval of the Starter: 'Who lives on the Friendly Farm?' – learners call out the animal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A chalkboard with numbers and a code (1 = S, 2 = O …).
TEACHER: 'Use the code. Find the secret word. Stand up when you know it!'
STUDENTS: Copy the numbers, decode the letters, stand up and whisper the word to you.
GROUPING: Pairs.
SCORE / WIN: First 3 pairs standing with the right word = 1 point each.
TIME: 3 min.
LANGUAGE: Spelling the letters aloud (C-O-U-N…).
REVEAL: One click shows all three answers.
AIM: Hook + spelling of the unit topic word. Then (TB): pairs name 5 things they already know in the countryside (cow, sheep, flower…) – first pair with 5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1 (5 min). Play the book's video 1 (Unit 1 opener). Learners draw something they can see in the countryside in the dotted box on p.6. Monitor and tell each learner the English name of their drawing – these words feed straight into the flashcards next. External resources are suggestions only: the teacher must preview and check all links, videos, adverts and content before using them with children. Always have the PowerPoint/classroom alternative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(3 min). 'Our Mission is: Make a daily routine chart.' A routine = something we do every day (mime getting up, eating breakfast). Stages: 1 Make my chart 2 Draw and write my routine (What time do you get up?) 3 Write 'Think' bubbles to help our planet ⭐ Show my chart to the class. Activity Book p.6: learners circle the unit goals.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PROMPT: picture only. THINK 3 s – 'Do you know it? Whisper it to your partner!' REVEAL click 1: word. Click 2: Italian. Click 3: TPR – everyone does it. Say each word whisper → normal → MONSTER voice. Some words they drew from the video may appear – 'You drew this!' TPR: Climb the mountain! 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PROMPT: picture only. THINK 3 s – 'Do you know it? Whisper it to your partner!' REVEAL click 1: word. Click 2: Italian. Click 3: TPR – everyone does it. Say each word whisper → normal → MONSTER voice. Some words they drew from the video may appear – 'You drew this!' TPR: Row a boat on the lake! 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PROMPT: picture only. THINK 3 s – 'Do you know it? Whisper it to your partner!' REVEAL click 1: word. Click 2: Italian. Click 3: TPR – everyone does it. Say each word whisper → normal → MONSTER voice. Some words they drew from the video may appear – 'You drew this!' TPR: Be a tall tree! Arms up! 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PROMPT: picture only. THINK 3 s – 'Do you know it? Whisper it to your partner!' REVEAL click 1: word. Click 2: Italian. Click 3: TPR – everyone does it. Say each word whisper → normal → MONSTER voice. Some words they drew from the video may appear – 'You drew this!' TPR: Swim in the river! 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PROMPT: picture only. THINK 3 s – 'Do you know it? Whisper it to your partner!' REVEAL click 1: word. Click 2: Italian. Click 3: TPR – everyone does it. Say each word whisper → normal → MONSTER voice. Some words they drew from the video may appear – 'You drew this!' TPR: Touch the ground! 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PROMPT: picture only. THINK 3 s – 'Do you know it? Whisper it to your partner!' REVEAL click 1: word. Click 2: Italian. Click 3: TPR – everyone does it. Say each word whisper → normal → MONSTER voice. Some words they drew from the video may appear – 'You drew this!' TPR: Grow like grass! 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PROMPT: picture only. THINK 3 s – 'Do you know it? Whisper it to your partner!' REVEAL click 1: word. Click 2: Italian. Click 3: TPR – everyone does it. Say each word whisper → normal → MONSTER voice. Some words they drew from the video may appear – 'You drew this!' TPR: Fall like leaves – slowly! 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PROMPT: picture only. THINK 3 s – 'Do you know it? Whisper it to your partner!' REVEAL click 1: word. Click 2: Italian. Click 3: TPR – everyone does it. Say each word whisper → normal → MONSTER voice. Some words they drew from the video may appear – 'You drew this!' TPR: Plant seeds in the field! 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PROMPT: picture only. THINK 3 s – 'Do you know it? Whisper it to your partner!' REVEAL click 1: word. Click 2: Italian. Click 3: TPR – everyone does it. Say each word whisper → normal → MONSTER voice. Some words they drew from the video may appear – 'You drew this!' TPR: Be a rock! Don't move! 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FLASHCARDS (8 min). PROMPT: picture only. THINK 3 s – 'Do you know it? Whisper it to your partner!' REVEAL click 1: word. Click 2: Italian. Click 3: TPR – everyone does it. Say each word whisper → normal → MONSTER voice. Some words they drew from the video may appear – 'You drew this!' TPR: Drive the tractor! Brrrm! 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(3 min). English 2-syllable nouns stress the FIRST syllable; Italians often say 'mounTAIN', 'foREST'. Big clap on the stressed syllable, small clap on the other. Then 'Catch the teacher': say 'forEST', 'tracTOR', 'MOUNtain' – learners shout STOP! when you're wrong and say it right. Also: one-syllable words have no extra vowel – 'lake' not 'lak-e', 'rock' not 'rocke'. LEAF → LEAVES (f → v) – hold one finger, then lots of fingers.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1 (6 min). New characters: Tom and Eva. 'Where's the lake? Where are the leaves?' – learners point. Play 🎧 1.07: point to the items. PREDICT before listening again: 'What colour is the tractor? Guess!' – each learner COMMITS by pointing at something that colour in the classroom. Play again and colour. REVEAL. KEY (TB): tractor – blue; leaves – red, yellow and brown. Extra support: 'What colour is the rock?' (grey).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CHANT (4 min). Play 🎧 1.08: listen and point. Then chant with the flashcard actions (arms up = forest, touch the ground, wiggle fingers = leaves, climb = mountains, swim = rivers). Half the class whispers, half shouts – swap.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3 (6 min, 2 slides). Demo: 'Grandpa's got a red tractor. Yes or no?' (No). Play 🎧 1.09, pause after each sentence. COMMIT: everyone stands (yes) or sits (no) at the same time on '3-2-1!'. REVEAL click. KEY (TB): 1 yes 2 no 3 no 4 yes 5 no 6 yes 7 yes 8 no. Ask a 'no' learner: 'Where's the tractor?' (in the field).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3 sentences 5–8. KEY: 5 no 6 yes 7 yes 8 no. TB extension: pairs ask and answer – What colour are the flowers? (purple) Where's the rock? (in the field).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WHAT'S MISSING? Step 1 – LOOK (10 s). Say the words together first (choral). Count down aloud. Then: "Close your eyes!" and go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– COMMIT. Students write the word on a mini-whiteboard / paper (or teams agree in 10 s). 'Show me!' Then go to the next slide. Points: 1 per team with the right word, +1 if spelt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– REVEAL. The missing card comes back with a green frame. Everybody says the word 3 ways: whisper, normal, monster voice. Teams of 4 with a mini-whiteboard or paper. Round 1: one card; round 2 🔥: two cards. +1 for the right word, +1 for correct spelling, +1 for correct stress (MOUN-tain!).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WHAT'S MISSING? Step 1 – LOOK (15 s). Say the words together first (choral). Count down aloud. Then: "Close your eyes!" and go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– COMMIT. Students write the word on a mini-whiteboard / paper (or teams agree in 10 s). 'Show me!' Then go to the next slide. Points: 1 per team with the right word, +1 if spelt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– REVEAL. The missing card comes back with a green frame. Everybody says the word 3 ways: whisper, normal, monster voice. Teams of 4 with a mini-whiteboard or paper. Round 1: one card; round 2 🔥: two cards. +1 for the right word, +1 for correct spelling, +1 for correct stress (MOUN-tain!).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Three sets of 4 countryside words.
TEACHER: Read set 1. 'Which one doesn't belong? 10 seconds – agree with your partner.' Count 3-2-1.
STUDENTS: Point / hold up 1–4 fingers, then explain.
GROUPING: Pairs, scoring as two teams (left/right side of the room).
SCORE / WIN: 1 point for an answer + 1 point for a reason in English. Any good reason counts!
TIME: 4 min.
LANGUAGE: It's the rock because it isn't green / it isn't water / it's not a plant.
REVEAL: No fixed answer – the teacher accepts any logical reason. Suggested: 1 rock (no water / not green) · 2 tractor (people make it) · 3 river (not a plant / not green).
AIM: Retrieve the words and think about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8 pictures with actions.
TEACHER: Say only the WORD – learners remember the action. Speed up. Then say two words together ('mountain + river!').
STUDENTS: Do the action.
GROUPING: Whole class standing.
SCORE / WIN: Freeze round: 'rock!' = freeze completely; anyone who moves sits down. Last 3 standing win.
TIME: 4 min.
LANGUAGE: The 10 countryside words (listening; learners echo them).
REVEAL: Click to show each action if needed.
AIM: Fix the meanings with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EXIT TICKET: each learner says one countryside word to you at the door (no repeats! If your word is taken, find another). Thumbs for each 'I can'. AB p.7 ex 2 (/r/ sound, 🎧 4.09) – do in class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8 labelled pictures (or real flashcards on the board).
TEACHER: Say a SENTENCE, not a word: 'There's a big grey rock in the field.' 'Let's swim in the lake!'
STUDENTS: First learner in each line runs and touches the right picture.
GROUPING: Two teams.
SCORE / WIN: First touch = 1 point; bonus point if they repeat the sentence.
TIME: 5 min.
LANGUAGE: Countryside words inside sentences (listening for key words).
REVEAL: The teacher points to the right card.
AIM: Recognise the words in connected speech.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sults?search_query=countryside+for+kids+english" TargetMode="External"/><Relationship Id="rId1" Type="http://schemas.openxmlformats.org/officeDocument/2006/relationships/image" Target="../media/Slide-3-image-1.png"/><Relationship Id="rId2" Type="http://schemas.openxmlformats.org/officeDocument/2006/relationships/image" Target="../media/image-3-2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1 · LESSON 1</a:t>
            </a:r>
            <a:endParaRPr lang="en-US" sz="1600" dirty="0"/>
          </a:p>
        </p:txBody>
      </p:sp>
      <p:sp>
        <p:nvSpPr>
          <p:cNvPr id="4" name="bm_2"/>
          <p:cNvSpPr/>
          <p:nvPr/>
        </p:nvSpPr>
        <p:spPr>
          <a:xfrm rot="-120000">
            <a:off x="228600" y="493776"/>
            <a:ext cx="48463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day on the farm</a:t>
            </a:r>
            <a:endParaRPr lang="en-US" sz="2700" dirty="0"/>
          </a:p>
        </p:txBody>
      </p:sp>
      <p:sp>
        <p:nvSpPr>
          <p:cNvPr id="5" name="in_3"/>
          <p:cNvSpPr/>
          <p:nvPr/>
        </p:nvSpPr>
        <p:spPr>
          <a:xfrm>
            <a:off x="5212080" y="182880"/>
            <a:ext cx="37033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Today: words for the countryside 🌲🏔️🚜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Oggi: le parole della campagna</a:t>
            </a:r>
            <a:endParaRPr lang="en-US" sz="1400" dirty="0"/>
          </a:p>
        </p:txBody>
      </p:sp>
      <p:sp>
        <p:nvSpPr>
          <p:cNvPr id="6" name="st_4"/>
          <p:cNvSpPr/>
          <p:nvPr/>
        </p:nvSpPr>
        <p:spPr>
          <a:xfrm>
            <a:off x="228600" y="13716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2545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n_5"/>
          <p:cNvSpPr/>
          <p:nvPr/>
        </p:nvSpPr>
        <p:spPr>
          <a:xfrm>
            <a:off x="118872" y="1261872"/>
            <a:ext cx="384048" cy="384048"/>
          </a:xfrm>
          <a:prstGeom prst="ellipse">
            <a:avLst/>
          </a:prstGeom>
          <a:solidFill>
            <a:srgbClr val="F2545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k_6"/>
          <p:cNvSpPr/>
          <p:nvPr/>
        </p:nvSpPr>
        <p:spPr>
          <a:xfrm>
            <a:off x="521208" y="1408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🎬 WATCH</a:t>
            </a:r>
            <a:endParaRPr lang="en-US" sz="1300" dirty="0"/>
          </a:p>
        </p:txBody>
      </p:sp>
      <p:sp>
        <p:nvSpPr>
          <p:cNvPr id="9" name="se_7"/>
          <p:cNvSpPr/>
          <p:nvPr/>
        </p:nvSpPr>
        <p:spPr>
          <a:xfrm>
            <a:off x="338328" y="17007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video. Draw!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il video. Disegna!</a:t>
            </a:r>
            <a:endParaRPr lang="en-US" sz="1050" dirty="0"/>
          </a:p>
        </p:txBody>
      </p:sp>
      <p:sp>
        <p:nvSpPr>
          <p:cNvPr id="10" name="st_8"/>
          <p:cNvSpPr/>
          <p:nvPr/>
        </p:nvSpPr>
        <p:spPr>
          <a:xfrm>
            <a:off x="228600" y="23774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n_9"/>
          <p:cNvSpPr/>
          <p:nvPr/>
        </p:nvSpPr>
        <p:spPr>
          <a:xfrm>
            <a:off x="118872" y="226771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k_10"/>
          <p:cNvSpPr/>
          <p:nvPr/>
        </p:nvSpPr>
        <p:spPr>
          <a:xfrm>
            <a:off x="521208" y="2414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3" name="se_11"/>
          <p:cNvSpPr/>
          <p:nvPr/>
        </p:nvSpPr>
        <p:spPr>
          <a:xfrm>
            <a:off x="338328" y="27066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Listen, point, chant.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Ascolta, indica, chant.</a:t>
            </a:r>
            <a:endParaRPr lang="en-US" sz="1050" dirty="0"/>
          </a:p>
        </p:txBody>
      </p:sp>
      <p:sp>
        <p:nvSpPr>
          <p:cNvPr id="14" name="st_12"/>
          <p:cNvSpPr/>
          <p:nvPr/>
        </p:nvSpPr>
        <p:spPr>
          <a:xfrm>
            <a:off x="228600" y="33832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n_13"/>
          <p:cNvSpPr/>
          <p:nvPr/>
        </p:nvSpPr>
        <p:spPr>
          <a:xfrm>
            <a:off x="118872" y="32735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k_14"/>
          <p:cNvSpPr/>
          <p:nvPr/>
        </p:nvSpPr>
        <p:spPr>
          <a:xfrm>
            <a:off x="521208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7" name="se_15"/>
          <p:cNvSpPr/>
          <p:nvPr/>
        </p:nvSpPr>
        <p:spPr>
          <a:xfrm>
            <a:off x="338328" y="37124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Climb, swim, drive!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Arrampicati, nuota, guida!</a:t>
            </a:r>
            <a:endParaRPr lang="en-US" sz="1050" dirty="0"/>
          </a:p>
        </p:txBody>
      </p:sp>
      <p:sp>
        <p:nvSpPr>
          <p:cNvPr id="18" name="pf_16"/>
          <p:cNvSpPr/>
          <p:nvPr/>
        </p:nvSpPr>
        <p:spPr>
          <a:xfrm>
            <a:off x="3191256" y="1271016"/>
            <a:ext cx="3355848" cy="3264408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pic_17" descr="/home/claude/movers/img/crop/u1-p6-pho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934189"/>
            <a:ext cx="3246120" cy="1938062"/>
          </a:xfrm>
          <a:prstGeom prst="rect">
            <a:avLst/>
          </a:prstGeom>
        </p:spPr>
      </p:pic>
      <p:sp>
        <p:nvSpPr>
          <p:cNvPr id="20" name="cd_18"/>
          <p:cNvSpPr/>
          <p:nvPr/>
        </p:nvSpPr>
        <p:spPr>
          <a:xfrm>
            <a:off x="6720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19" descr="/home/claude/movers/img/fc/mount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3090672"/>
            <a:ext cx="905256" cy="905256"/>
          </a:xfrm>
          <a:prstGeom prst="rect">
            <a:avLst/>
          </a:prstGeom>
        </p:spPr>
      </p:pic>
      <p:sp>
        <p:nvSpPr>
          <p:cNvPr id="22" name="cd_20"/>
          <p:cNvSpPr/>
          <p:nvPr/>
        </p:nvSpPr>
        <p:spPr>
          <a:xfrm>
            <a:off x="7863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1" descr="/home/claude/movers/img/fc/trac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090672"/>
            <a:ext cx="905256" cy="905256"/>
          </a:xfrm>
          <a:prstGeom prst="rect">
            <a:avLst/>
          </a:prstGeom>
        </p:spPr>
      </p:pic>
      <p:sp>
        <p:nvSpPr>
          <p:cNvPr id="24" name="bb_22"/>
          <p:cNvSpPr/>
          <p:nvPr/>
        </p:nvSpPr>
        <p:spPr>
          <a:xfrm>
            <a:off x="6675120" y="1874520"/>
            <a:ext cx="22402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A5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Let's go to the countryside!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Andiamo in campagna!</a:t>
            </a:r>
            <a:endParaRPr lang="en-US" sz="1500" dirty="0"/>
          </a:p>
        </p:txBody>
      </p:sp>
      <p:sp>
        <p:nvSpPr>
          <p:cNvPr id="25" name="bk_23"/>
          <p:cNvSpPr/>
          <p:nvPr/>
        </p:nvSpPr>
        <p:spPr>
          <a:xfrm>
            <a:off x="228600" y="4681728"/>
            <a:ext cx="420166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pp.6–7 · 🎬 video 1 · 🎧 1.07–1.09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WARM-UP</a:t>
            </a:r>
            <a:endParaRPr lang="en-US" sz="1600" dirty="0"/>
          </a:p>
        </p:txBody>
      </p:sp>
      <p:sp>
        <p:nvSpPr>
          <p:cNvPr id="4" name="bm_25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Secret code!</a:t>
            </a:r>
            <a:endParaRPr lang="en-US" sz="3200" dirty="0"/>
          </a:p>
        </p:txBody>
      </p:sp>
      <p:sp>
        <p:nvSpPr>
          <p:cNvPr id="5" name="in_2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Crack the code! Find the secret word.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Decifra il codice! Trova la parola segreta.</a:t>
            </a:r>
            <a:endParaRPr lang="en-US" sz="1400" dirty="0"/>
          </a:p>
        </p:txBody>
      </p:sp>
      <p:sp>
        <p:nvSpPr>
          <p:cNvPr id="6" name="mode_2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3 MIN</a:t>
            </a:r>
            <a:endParaRPr lang="en-US" sz="1000" dirty="0"/>
          </a:p>
        </p:txBody>
      </p:sp>
      <p:sp>
        <p:nvSpPr>
          <p:cNvPr id="7" name="pf_28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9" descr="/home/claude/movers/img/u1-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7404"/>
            <a:ext cx="5120640" cy="3243072"/>
          </a:xfrm>
          <a:prstGeom prst="rect">
            <a:avLst/>
          </a:prstGeom>
        </p:spPr>
      </p:pic>
      <p:sp>
        <p:nvSpPr>
          <p:cNvPr id="9" name="q_30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Letters 1–7:</a:t>
            </a:r>
            <a:endParaRPr lang="en-US" sz="1250" dirty="0"/>
          </a:p>
        </p:txBody>
      </p:sp>
      <p:sp>
        <p:nvSpPr>
          <p:cNvPr id="10" name="R1_a31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 · O · U · N · T · R · Y</a:t>
            </a:r>
            <a:endParaRPr lang="en-US" sz="1250" dirty="0"/>
          </a:p>
        </p:txBody>
      </p:sp>
      <p:sp>
        <p:nvSpPr>
          <p:cNvPr id="11" name="q_32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Letters 8–11:</a:t>
            </a:r>
            <a:endParaRPr lang="en-US" sz="1250" dirty="0"/>
          </a:p>
        </p:txBody>
      </p:sp>
      <p:sp>
        <p:nvSpPr>
          <p:cNvPr id="12" name="R1_a33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 · I · D · E</a:t>
            </a:r>
            <a:endParaRPr lang="en-US" sz="1250" dirty="0"/>
          </a:p>
        </p:txBody>
      </p:sp>
      <p:sp>
        <p:nvSpPr>
          <p:cNvPr id="13" name="q_34"/>
          <p:cNvSpPr/>
          <p:nvPr/>
        </p:nvSpPr>
        <p:spPr>
          <a:xfrm>
            <a:off x="5760720" y="306324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secret word is …</a:t>
            </a:r>
            <a:endParaRPr lang="en-US" sz="1250" dirty="0"/>
          </a:p>
        </p:txBody>
      </p:sp>
      <p:sp>
        <p:nvSpPr>
          <p:cNvPr id="14" name="R1_a35"/>
          <p:cNvSpPr/>
          <p:nvPr/>
        </p:nvSpPr>
        <p:spPr>
          <a:xfrm>
            <a:off x="5989320" y="351495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COUNTRYSIDE 🌄 = la campagna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1</a:t>
            </a:r>
            <a:endParaRPr lang="en-US" sz="1600" dirty="0"/>
          </a:p>
        </p:txBody>
      </p:sp>
      <p:sp>
        <p:nvSpPr>
          <p:cNvPr id="4" name="bm_37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5DA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and draw!</a:t>
            </a:r>
            <a:endParaRPr lang="en-US" sz="2700" dirty="0"/>
          </a:p>
        </p:txBody>
      </p:sp>
      <p:sp>
        <p:nvSpPr>
          <p:cNvPr id="5" name="in_38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Watch. Then draw one thing you can see in the countryside.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Guarda. Poi disegna una cosa della campagna.</a:t>
            </a:r>
            <a:endParaRPr lang="en-US" sz="1400" dirty="0"/>
          </a:p>
        </p:txBody>
      </p:sp>
      <p:sp>
        <p:nvSpPr>
          <p:cNvPr id="6" name="mode_39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✍ ALONE · ⏱ 5 MIN</a:t>
            </a:r>
            <a:endParaRPr lang="en-US" sz="1000" dirty="0"/>
          </a:p>
        </p:txBody>
      </p:sp>
      <p:sp>
        <p:nvSpPr>
          <p:cNvPr id="7" name="pf_40"/>
          <p:cNvSpPr/>
          <p:nvPr/>
        </p:nvSpPr>
        <p:spPr>
          <a:xfrm>
            <a:off x="310896" y="1271016"/>
            <a:ext cx="4041648" cy="3218688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41" descr="/home/claude/movers/img/crop/u1-p6-pho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06604"/>
            <a:ext cx="3931920" cy="2347511"/>
          </a:xfrm>
          <a:prstGeom prst="rect">
            <a:avLst/>
          </a:prstGeom>
        </p:spPr>
      </p:pic>
      <p:sp>
        <p:nvSpPr>
          <p:cNvPr id="9" name="lk_42"/>
          <p:cNvSpPr/>
          <p:nvPr/>
        </p:nvSpPr>
        <p:spPr>
          <a:xfrm>
            <a:off x="4572000" y="1371600"/>
            <a:ext cx="429768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31750">
            <a:solidFill>
              <a:srgbClr val="F2545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  <a:hlinkClick r:id="rId3" invalidUrl="" action="" tgtFrame="" tooltip="https://www.youtube.com/results?search_query=countryside+for+kids+english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Countryside for kids (search)</a:t>
            </a:r>
            <a:endParaRPr lang="en-US" sz="1300" dirty="0"/>
          </a:p>
        </p:txBody>
      </p:sp>
      <p:sp>
        <p:nvSpPr>
          <p:cNvPr id="10" name="vl_43"/>
          <p:cNvSpPr/>
          <p:nvPr/>
        </p:nvSpPr>
        <p:spPr>
          <a:xfrm>
            <a:off x="4572000" y="2029968"/>
            <a:ext cx="429768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Draw it in the box on page 6. ✏️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me: It's a … !</a:t>
            </a:r>
            <a:endParaRPr lang="en-US" sz="1300" dirty="0"/>
          </a:p>
        </p:txBody>
      </p:sp>
      <p:sp>
        <p:nvSpPr>
          <p:cNvPr id="11" name="disc_44"/>
          <p:cNvSpPr/>
          <p:nvPr/>
        </p:nvSpPr>
        <p:spPr>
          <a:xfrm>
            <a:off x="4572000" y="4251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Teacher: preview every link before class (ads, content). The lesson works without it. · Controllare i link prima della lezione.</a:t>
            </a:r>
            <a:endParaRPr lang="en-US" sz="900" dirty="0"/>
          </a:p>
        </p:txBody>
      </p:sp>
      <p:sp>
        <p:nvSpPr>
          <p:cNvPr id="12" name="bk_45"/>
          <p:cNvSpPr/>
          <p:nvPr/>
        </p:nvSpPr>
        <p:spPr>
          <a:xfrm>
            <a:off x="228600" y="4681728"/>
            <a:ext cx="280263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p.6 · 🎬 video 1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4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</a:t>
            </a:r>
            <a:endParaRPr lang="en-US" sz="1600" dirty="0"/>
          </a:p>
        </p:txBody>
      </p:sp>
      <p:sp>
        <p:nvSpPr>
          <p:cNvPr id="4" name="bm_47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Mission!</a:t>
            </a:r>
            <a:endParaRPr lang="en-US" sz="3200" dirty="0"/>
          </a:p>
        </p:txBody>
      </p:sp>
      <p:sp>
        <p:nvSpPr>
          <p:cNvPr id="5" name="in_48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Our Mission: make a daily routine chart!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 nostra missione: una tabella della routine!</a:t>
            </a:r>
            <a:endParaRPr lang="en-US" sz="1400" dirty="0"/>
          </a:p>
        </p:txBody>
      </p:sp>
      <p:sp>
        <p:nvSpPr>
          <p:cNvPr id="6" name="mode_49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 · ⏱ 3 MIN</a:t>
            </a:r>
            <a:endParaRPr lang="en-US" sz="1000" dirty="0"/>
          </a:p>
        </p:txBody>
      </p:sp>
      <p:sp>
        <p:nvSpPr>
          <p:cNvPr id="7" name="pf_50"/>
          <p:cNvSpPr/>
          <p:nvPr/>
        </p:nvSpPr>
        <p:spPr>
          <a:xfrm>
            <a:off x="310896" y="1271016"/>
            <a:ext cx="852220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51" descr="/home/claude/movers/img/crop/u1-p6-miss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43955"/>
            <a:ext cx="8412480" cy="3009970"/>
          </a:xfrm>
          <a:prstGeom prst="rect">
            <a:avLst/>
          </a:prstGeom>
        </p:spPr>
      </p:pic>
      <p:sp>
        <p:nvSpPr>
          <p:cNvPr id="9" name="bk_52"/>
          <p:cNvSpPr/>
          <p:nvPr/>
        </p:nvSpPr>
        <p:spPr>
          <a:xfrm>
            <a:off x="228600" y="4681728"/>
            <a:ext cx="459028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p.6 · Activity Book p.6 (My unit goals)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5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54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5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56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57" descr="/home/claude/movers/img/fc/mount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672" y="1234440"/>
            <a:ext cx="2214657" cy="2651760"/>
          </a:xfrm>
          <a:prstGeom prst="rect">
            <a:avLst/>
          </a:prstGeom>
        </p:spPr>
      </p:pic>
      <p:sp>
        <p:nvSpPr>
          <p:cNvPr id="8" name="R1_w58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mountain</a:t>
            </a:r>
            <a:endParaRPr lang="en-US" sz="3600" dirty="0"/>
          </a:p>
        </p:txBody>
      </p:sp>
      <p:sp>
        <p:nvSpPr>
          <p:cNvPr id="9" name="R2_it59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montagna</a:t>
            </a:r>
            <a:endParaRPr lang="en-US" sz="1600" dirty="0"/>
          </a:p>
        </p:txBody>
      </p:sp>
      <p:sp>
        <p:nvSpPr>
          <p:cNvPr id="10" name="R3_tpr60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Climb the mountain! 🧗</a:t>
            </a:r>
            <a:endParaRPr lang="en-US" sz="1300" dirty="0"/>
          </a:p>
        </p:txBody>
      </p:sp>
      <p:sp>
        <p:nvSpPr>
          <p:cNvPr id="11" name="n_61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/ 10</a:t>
            </a:r>
            <a:endParaRPr lang="en-US" sz="1200" dirty="0"/>
          </a:p>
        </p:txBody>
      </p:sp>
      <p:sp>
        <p:nvSpPr>
          <p:cNvPr id="12" name="bk_62"/>
          <p:cNvSpPr/>
          <p:nvPr/>
        </p:nvSpPr>
        <p:spPr>
          <a:xfrm>
            <a:off x="228600" y="4681728"/>
            <a:ext cx="256946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p.7 · 🎧 1.07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6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64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6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66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67" descr="/home/claude/movers/img/fc/l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002" y="1234440"/>
            <a:ext cx="1959997" cy="2651760"/>
          </a:xfrm>
          <a:prstGeom prst="rect">
            <a:avLst/>
          </a:prstGeom>
        </p:spPr>
      </p:pic>
      <p:sp>
        <p:nvSpPr>
          <p:cNvPr id="8" name="R1_w68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lake</a:t>
            </a:r>
            <a:endParaRPr lang="en-US" sz="3600" dirty="0"/>
          </a:p>
        </p:txBody>
      </p:sp>
      <p:sp>
        <p:nvSpPr>
          <p:cNvPr id="9" name="R2_it69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lago</a:t>
            </a:r>
            <a:endParaRPr lang="en-US" sz="1600" dirty="0"/>
          </a:p>
        </p:txBody>
      </p:sp>
      <p:sp>
        <p:nvSpPr>
          <p:cNvPr id="10" name="R3_tpr70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Row a boat on the lake! 🚣</a:t>
            </a:r>
            <a:endParaRPr lang="en-US" sz="1300" dirty="0"/>
          </a:p>
        </p:txBody>
      </p:sp>
      <p:sp>
        <p:nvSpPr>
          <p:cNvPr id="11" name="n_71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/ 10</a:t>
            </a:r>
            <a:endParaRPr lang="en-US" sz="1200" dirty="0"/>
          </a:p>
        </p:txBody>
      </p:sp>
      <p:sp>
        <p:nvSpPr>
          <p:cNvPr id="12" name="bk_72"/>
          <p:cNvSpPr/>
          <p:nvPr/>
        </p:nvSpPr>
        <p:spPr>
          <a:xfrm>
            <a:off x="228600" y="4681728"/>
            <a:ext cx="256946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p.7 · 🎧 1.07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7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74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7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76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77" descr="/home/claude/movers/img/fc/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334" y="1234440"/>
            <a:ext cx="1975333" cy="2651760"/>
          </a:xfrm>
          <a:prstGeom prst="rect">
            <a:avLst/>
          </a:prstGeom>
        </p:spPr>
      </p:pic>
      <p:sp>
        <p:nvSpPr>
          <p:cNvPr id="8" name="R1_w78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forest</a:t>
            </a:r>
            <a:endParaRPr lang="en-US" sz="3600" dirty="0"/>
          </a:p>
        </p:txBody>
      </p:sp>
      <p:sp>
        <p:nvSpPr>
          <p:cNvPr id="9" name="R2_it79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bosco / foresta</a:t>
            </a:r>
            <a:endParaRPr lang="en-US" sz="1600" dirty="0"/>
          </a:p>
        </p:txBody>
      </p:sp>
      <p:sp>
        <p:nvSpPr>
          <p:cNvPr id="10" name="R3_tpr80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a tall tree! Arms up! 🌲</a:t>
            </a:r>
            <a:endParaRPr lang="en-US" sz="1300" dirty="0"/>
          </a:p>
        </p:txBody>
      </p:sp>
      <p:sp>
        <p:nvSpPr>
          <p:cNvPr id="11" name="n_81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/ 10</a:t>
            </a:r>
            <a:endParaRPr lang="en-US" sz="1200" dirty="0"/>
          </a:p>
        </p:txBody>
      </p:sp>
      <p:sp>
        <p:nvSpPr>
          <p:cNvPr id="12" name="bk_82"/>
          <p:cNvSpPr/>
          <p:nvPr/>
        </p:nvSpPr>
        <p:spPr>
          <a:xfrm>
            <a:off x="228600" y="4681728"/>
            <a:ext cx="256946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p.7 · 🎧 1.07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8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84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8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86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87" descr="/home/claude/movers/img/fc/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848" y="1234440"/>
            <a:ext cx="2052304" cy="2651760"/>
          </a:xfrm>
          <a:prstGeom prst="rect">
            <a:avLst/>
          </a:prstGeom>
        </p:spPr>
      </p:pic>
      <p:sp>
        <p:nvSpPr>
          <p:cNvPr id="8" name="R1_w88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river</a:t>
            </a:r>
            <a:endParaRPr lang="en-US" sz="3600" dirty="0"/>
          </a:p>
        </p:txBody>
      </p:sp>
      <p:sp>
        <p:nvSpPr>
          <p:cNvPr id="9" name="R2_it89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fiume</a:t>
            </a:r>
            <a:endParaRPr lang="en-US" sz="1600" dirty="0"/>
          </a:p>
        </p:txBody>
      </p:sp>
      <p:sp>
        <p:nvSpPr>
          <p:cNvPr id="10" name="R3_tpr90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Swim in the river! 🏊</a:t>
            </a:r>
            <a:endParaRPr lang="en-US" sz="1300" dirty="0"/>
          </a:p>
        </p:txBody>
      </p:sp>
      <p:sp>
        <p:nvSpPr>
          <p:cNvPr id="11" name="n_91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/ 10</a:t>
            </a:r>
            <a:endParaRPr lang="en-US" sz="1200" dirty="0"/>
          </a:p>
        </p:txBody>
      </p:sp>
      <p:sp>
        <p:nvSpPr>
          <p:cNvPr id="12" name="bk_92"/>
          <p:cNvSpPr/>
          <p:nvPr/>
        </p:nvSpPr>
        <p:spPr>
          <a:xfrm>
            <a:off x="228600" y="4681728"/>
            <a:ext cx="256946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p.7 · 🎧 1.07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9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94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9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96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97" descr="/home/claude/movers/img/fc/g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522" y="1234440"/>
            <a:ext cx="2068956" cy="2651760"/>
          </a:xfrm>
          <a:prstGeom prst="rect">
            <a:avLst/>
          </a:prstGeom>
        </p:spPr>
      </p:pic>
      <p:sp>
        <p:nvSpPr>
          <p:cNvPr id="8" name="R1_w98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</a:t>
            </a:r>
            <a:endParaRPr lang="en-US" sz="3600" dirty="0"/>
          </a:p>
        </p:txBody>
      </p:sp>
      <p:sp>
        <p:nvSpPr>
          <p:cNvPr id="9" name="R2_it99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 / suolo</a:t>
            </a:r>
            <a:endParaRPr lang="en-US" sz="1600" dirty="0"/>
          </a:p>
        </p:txBody>
      </p:sp>
      <p:sp>
        <p:nvSpPr>
          <p:cNvPr id="10" name="R3_tpr100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Touch the ground! 👇</a:t>
            </a:r>
            <a:endParaRPr lang="en-US" sz="1300" dirty="0"/>
          </a:p>
        </p:txBody>
      </p:sp>
      <p:sp>
        <p:nvSpPr>
          <p:cNvPr id="11" name="n_101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/ 10</a:t>
            </a:r>
            <a:endParaRPr lang="en-US" sz="1200" dirty="0"/>
          </a:p>
        </p:txBody>
      </p:sp>
      <p:sp>
        <p:nvSpPr>
          <p:cNvPr id="12" name="bk_102"/>
          <p:cNvSpPr/>
          <p:nvPr/>
        </p:nvSpPr>
        <p:spPr>
          <a:xfrm>
            <a:off x="228600" y="4681728"/>
            <a:ext cx="256946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p.7 · 🎧 1.07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0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04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10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06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07" descr="/home/claude/movers/img/fc/gr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0916" y="1234440"/>
            <a:ext cx="2202168" cy="2651760"/>
          </a:xfrm>
          <a:prstGeom prst="rect">
            <a:avLst/>
          </a:prstGeom>
        </p:spPr>
      </p:pic>
      <p:sp>
        <p:nvSpPr>
          <p:cNvPr id="8" name="R1_w108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grass</a:t>
            </a:r>
            <a:endParaRPr lang="en-US" sz="3600" dirty="0"/>
          </a:p>
        </p:txBody>
      </p:sp>
      <p:sp>
        <p:nvSpPr>
          <p:cNvPr id="9" name="R2_it109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erba</a:t>
            </a:r>
            <a:endParaRPr lang="en-US" sz="1600" dirty="0"/>
          </a:p>
        </p:txBody>
      </p:sp>
      <p:sp>
        <p:nvSpPr>
          <p:cNvPr id="10" name="R3_tpr110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Grow like grass! 🌱</a:t>
            </a:r>
            <a:endParaRPr lang="en-US" sz="1300" dirty="0"/>
          </a:p>
        </p:txBody>
      </p:sp>
      <p:sp>
        <p:nvSpPr>
          <p:cNvPr id="11" name="n_111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/ 10</a:t>
            </a:r>
            <a:endParaRPr lang="en-US" sz="1200" dirty="0"/>
          </a:p>
        </p:txBody>
      </p:sp>
      <p:sp>
        <p:nvSpPr>
          <p:cNvPr id="12" name="bk_112"/>
          <p:cNvSpPr/>
          <p:nvPr/>
        </p:nvSpPr>
        <p:spPr>
          <a:xfrm>
            <a:off x="228600" y="4681728"/>
            <a:ext cx="256946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p.7 · 🎧 1.07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1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14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11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16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17" descr="/home/claude/movers/img/fc/leaf-lea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427" y="1234440"/>
            <a:ext cx="1891145" cy="2651760"/>
          </a:xfrm>
          <a:prstGeom prst="rect">
            <a:avLst/>
          </a:prstGeom>
        </p:spPr>
      </p:pic>
      <p:sp>
        <p:nvSpPr>
          <p:cNvPr id="8" name="R1_w118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leaf / leaves</a:t>
            </a:r>
            <a:endParaRPr lang="en-US" sz="3600" dirty="0"/>
          </a:p>
        </p:txBody>
      </p:sp>
      <p:sp>
        <p:nvSpPr>
          <p:cNvPr id="9" name="R2_it119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foglia / foglie</a:t>
            </a:r>
            <a:endParaRPr lang="en-US" sz="1600" dirty="0"/>
          </a:p>
        </p:txBody>
      </p:sp>
      <p:sp>
        <p:nvSpPr>
          <p:cNvPr id="10" name="R3_tpr120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Fall like leaves – slowly! 🍂</a:t>
            </a:r>
            <a:endParaRPr lang="en-US" sz="1300" dirty="0"/>
          </a:p>
        </p:txBody>
      </p:sp>
      <p:sp>
        <p:nvSpPr>
          <p:cNvPr id="11" name="n_121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/ 10</a:t>
            </a:r>
            <a:endParaRPr lang="en-US" sz="1200" dirty="0"/>
          </a:p>
        </p:txBody>
      </p:sp>
      <p:sp>
        <p:nvSpPr>
          <p:cNvPr id="12" name="bk_122"/>
          <p:cNvSpPr/>
          <p:nvPr/>
        </p:nvSpPr>
        <p:spPr>
          <a:xfrm>
            <a:off x="228600" y="4681728"/>
            <a:ext cx="256946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p.7 · 🎧 1.07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2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24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12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26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27" descr="/home/claude/movers/img/fc/f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137" y="1234440"/>
            <a:ext cx="2207725" cy="2651760"/>
          </a:xfrm>
          <a:prstGeom prst="rect">
            <a:avLst/>
          </a:prstGeom>
        </p:spPr>
      </p:pic>
      <p:sp>
        <p:nvSpPr>
          <p:cNvPr id="8" name="R1_w128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</a:t>
            </a:r>
            <a:endParaRPr lang="en-US" sz="3600" dirty="0"/>
          </a:p>
        </p:txBody>
      </p:sp>
      <p:sp>
        <p:nvSpPr>
          <p:cNvPr id="9" name="R2_it129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</a:t>
            </a:r>
            <a:endParaRPr lang="en-US" sz="1600" dirty="0"/>
          </a:p>
        </p:txBody>
      </p:sp>
      <p:sp>
        <p:nvSpPr>
          <p:cNvPr id="10" name="R3_tpr130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Plant seeds in the field! 🌾</a:t>
            </a:r>
            <a:endParaRPr lang="en-US" sz="1300" dirty="0"/>
          </a:p>
        </p:txBody>
      </p:sp>
      <p:sp>
        <p:nvSpPr>
          <p:cNvPr id="11" name="n_131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/ 10</a:t>
            </a:r>
            <a:endParaRPr lang="en-US" sz="1200" dirty="0"/>
          </a:p>
        </p:txBody>
      </p:sp>
      <p:sp>
        <p:nvSpPr>
          <p:cNvPr id="12" name="bk_132"/>
          <p:cNvSpPr/>
          <p:nvPr/>
        </p:nvSpPr>
        <p:spPr>
          <a:xfrm>
            <a:off x="228600" y="4681728"/>
            <a:ext cx="256946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p.7 · 🎧 1.07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3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34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13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36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37" descr="/home/claude/movers/img/fc/r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931" y="1234440"/>
            <a:ext cx="2194137" cy="2651760"/>
          </a:xfrm>
          <a:prstGeom prst="rect">
            <a:avLst/>
          </a:prstGeom>
        </p:spPr>
      </p:pic>
      <p:sp>
        <p:nvSpPr>
          <p:cNvPr id="8" name="R1_w138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</a:t>
            </a:r>
            <a:endParaRPr lang="en-US" sz="3600" dirty="0"/>
          </a:p>
        </p:txBody>
      </p:sp>
      <p:sp>
        <p:nvSpPr>
          <p:cNvPr id="9" name="R2_it139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roccia / sasso</a:t>
            </a:r>
            <a:endParaRPr lang="en-US" sz="1600" dirty="0"/>
          </a:p>
        </p:txBody>
      </p:sp>
      <p:sp>
        <p:nvSpPr>
          <p:cNvPr id="10" name="R3_tpr140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a rock! Don't move! 🪨</a:t>
            </a:r>
            <a:endParaRPr lang="en-US" sz="1300" dirty="0"/>
          </a:p>
        </p:txBody>
      </p:sp>
      <p:sp>
        <p:nvSpPr>
          <p:cNvPr id="11" name="n_141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/ 10</a:t>
            </a:r>
            <a:endParaRPr lang="en-US" sz="1200" dirty="0"/>
          </a:p>
        </p:txBody>
      </p:sp>
      <p:sp>
        <p:nvSpPr>
          <p:cNvPr id="12" name="bk_142"/>
          <p:cNvSpPr/>
          <p:nvPr/>
        </p:nvSpPr>
        <p:spPr>
          <a:xfrm>
            <a:off x="228600" y="4681728"/>
            <a:ext cx="256946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p.7 · 🎧 1.07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4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44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this?</a:t>
            </a:r>
            <a:endParaRPr lang="en-US" sz="3200" dirty="0"/>
          </a:p>
        </p:txBody>
      </p:sp>
      <p:sp>
        <p:nvSpPr>
          <p:cNvPr id="5" name="in_14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word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la parola prima che appaia!</a:t>
            </a:r>
            <a:endParaRPr lang="en-US" sz="1400" dirty="0"/>
          </a:p>
        </p:txBody>
      </p:sp>
      <p:sp>
        <p:nvSpPr>
          <p:cNvPr id="6" name="pf_146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47" descr="/home/claude/movers/img/fc/tra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036" y="1234440"/>
            <a:ext cx="1993927" cy="2651760"/>
          </a:xfrm>
          <a:prstGeom prst="rect">
            <a:avLst/>
          </a:prstGeom>
        </p:spPr>
      </p:pic>
      <p:sp>
        <p:nvSpPr>
          <p:cNvPr id="8" name="R1_w148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tractor</a:t>
            </a:r>
            <a:endParaRPr lang="en-US" sz="3600" dirty="0"/>
          </a:p>
        </p:txBody>
      </p:sp>
      <p:sp>
        <p:nvSpPr>
          <p:cNvPr id="9" name="R2_it149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trattore</a:t>
            </a:r>
            <a:endParaRPr lang="en-US" sz="1600" dirty="0"/>
          </a:p>
        </p:txBody>
      </p:sp>
      <p:sp>
        <p:nvSpPr>
          <p:cNvPr id="10" name="R3_tpr150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Drive the tractor! Brrrm! 🚜</a:t>
            </a:r>
            <a:endParaRPr lang="en-US" sz="1300" dirty="0"/>
          </a:p>
        </p:txBody>
      </p:sp>
      <p:sp>
        <p:nvSpPr>
          <p:cNvPr id="11" name="n_151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/ 10</a:t>
            </a:r>
            <a:endParaRPr lang="en-US" sz="1200" dirty="0"/>
          </a:p>
        </p:txBody>
      </p:sp>
      <p:sp>
        <p:nvSpPr>
          <p:cNvPr id="12" name="bk_152"/>
          <p:cNvSpPr/>
          <p:nvPr/>
        </p:nvSpPr>
        <p:spPr>
          <a:xfrm>
            <a:off x="228600" y="4681728"/>
            <a:ext cx="256946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p.7 · 🎧 1.07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5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IT!</a:t>
            </a:r>
            <a:endParaRPr lang="en-US" sz="1600" dirty="0"/>
          </a:p>
        </p:txBody>
      </p:sp>
      <p:sp>
        <p:nvSpPr>
          <p:cNvPr id="4" name="bm_154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Clap the word!</a:t>
            </a:r>
            <a:endParaRPr lang="en-US" sz="2700" dirty="0"/>
          </a:p>
        </p:txBody>
      </p:sp>
      <p:sp>
        <p:nvSpPr>
          <p:cNvPr id="5" name="in_15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Clap the syllables. Which part is BIG?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Batti le sillabe. Quale parte è FORTE?</a:t>
            </a:r>
            <a:endParaRPr lang="en-US" sz="1400" dirty="0"/>
          </a:p>
        </p:txBody>
      </p:sp>
      <p:sp>
        <p:nvSpPr>
          <p:cNvPr id="6" name="mode_156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👏 WHOLE CLASS · ⏱ 3 MIN</a:t>
            </a:r>
            <a:endParaRPr lang="en-US" sz="1000" dirty="0"/>
          </a:p>
        </p:txBody>
      </p:sp>
      <p:sp>
        <p:nvSpPr>
          <p:cNvPr id="7" name="st_157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158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159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0" name="se_160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says: MOUN-tain.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L'insegnante dice: MOUN-tain.</a:t>
            </a:r>
            <a:endParaRPr lang="en-US" sz="1050" dirty="0"/>
          </a:p>
        </p:txBody>
      </p:sp>
      <p:sp>
        <p:nvSpPr>
          <p:cNvPr id="11" name="st_161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162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163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DO</a:t>
            </a:r>
            <a:endParaRPr lang="en-US" sz="1300" dirty="0"/>
          </a:p>
        </p:txBody>
      </p:sp>
      <p:sp>
        <p:nvSpPr>
          <p:cNvPr id="14" name="se_164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Clap it: BIG clap + small clap!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Batti: forte + piano!</a:t>
            </a:r>
            <a:endParaRPr lang="en-US" sz="1050" dirty="0"/>
          </a:p>
        </p:txBody>
      </p:sp>
      <p:sp>
        <p:nvSpPr>
          <p:cNvPr id="15" name="st_165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166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167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8" name="se_168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the teacher's mistake!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Trova l'errore dell'insegnante!</a:t>
            </a:r>
            <a:endParaRPr lang="en-US" sz="1050" dirty="0"/>
          </a:p>
        </p:txBody>
      </p:sp>
      <p:sp>
        <p:nvSpPr>
          <p:cNvPr id="19" name="gl_169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MOUN-tain  ●•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FOR-est  ●•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TRAC-tor  ●•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RI-ver  ●•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lake · field · rock · grass  ●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7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 1</a:t>
            </a:r>
            <a:endParaRPr lang="en-US" sz="1600" dirty="0"/>
          </a:p>
        </p:txBody>
      </p:sp>
      <p:sp>
        <p:nvSpPr>
          <p:cNvPr id="4" name="bm_171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 and point</a:t>
            </a:r>
            <a:endParaRPr lang="en-US" sz="2700" dirty="0"/>
          </a:p>
        </p:txBody>
      </p:sp>
      <p:sp>
        <p:nvSpPr>
          <p:cNvPr id="5" name="in_17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point. Then listen and colour.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indica. Poi ascolta e colora.</a:t>
            </a:r>
            <a:endParaRPr lang="en-US" sz="1400" dirty="0"/>
          </a:p>
        </p:txBody>
      </p:sp>
      <p:sp>
        <p:nvSpPr>
          <p:cNvPr id="6" name="mode_173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⏱ 6 MIN</a:t>
            </a:r>
            <a:endParaRPr lang="en-US" sz="1000" dirty="0"/>
          </a:p>
        </p:txBody>
      </p:sp>
      <p:sp>
        <p:nvSpPr>
          <p:cNvPr id="7" name="pf_174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175" descr="/home/claude/movers/img/crop/u1-p7-sce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929" y="1325880"/>
            <a:ext cx="3240303" cy="3246120"/>
          </a:xfrm>
          <a:prstGeom prst="rect">
            <a:avLst/>
          </a:prstGeom>
        </p:spPr>
      </p:pic>
      <p:sp>
        <p:nvSpPr>
          <p:cNvPr id="9" name="q_176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 can you see?</a:t>
            </a:r>
            <a:endParaRPr lang="en-US" sz="1250" dirty="0"/>
          </a:p>
        </p:txBody>
      </p:sp>
      <p:sp>
        <p:nvSpPr>
          <p:cNvPr id="10" name="R1_a177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Jim, Jenny, Grandpa, Tom, Eva</a:t>
            </a:r>
            <a:endParaRPr lang="en-US" sz="1250" dirty="0"/>
          </a:p>
        </p:txBody>
      </p:sp>
      <p:sp>
        <p:nvSpPr>
          <p:cNvPr id="11" name="q_178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Where's the small tractor?</a:t>
            </a:r>
            <a:endParaRPr lang="en-US" sz="1250" dirty="0"/>
          </a:p>
        </p:txBody>
      </p:sp>
      <p:sp>
        <p:nvSpPr>
          <p:cNvPr id="12" name="R2_a179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Find it! 🔎</a:t>
            </a:r>
            <a:endParaRPr lang="en-US" sz="1250" dirty="0"/>
          </a:p>
        </p:txBody>
      </p:sp>
      <p:sp>
        <p:nvSpPr>
          <p:cNvPr id="13" name="q_180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Guess! What colour is the tractor?</a:t>
            </a:r>
            <a:endParaRPr lang="en-US" sz="1250" dirty="0"/>
          </a:p>
        </p:txBody>
      </p:sp>
      <p:sp>
        <p:nvSpPr>
          <p:cNvPr id="14" name="R3_a181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blue 🔵</a:t>
            </a:r>
            <a:endParaRPr lang="en-US" sz="1250" dirty="0"/>
          </a:p>
        </p:txBody>
      </p:sp>
      <p:sp>
        <p:nvSpPr>
          <p:cNvPr id="15" name="q_182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Guess! What colour are the leaves?</a:t>
            </a:r>
            <a:endParaRPr lang="en-US" sz="1250" dirty="0"/>
          </a:p>
        </p:txBody>
      </p:sp>
      <p:sp>
        <p:nvSpPr>
          <p:cNvPr id="16" name="R4_a183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red, yellow and brown 🍂</a:t>
            </a:r>
            <a:endParaRPr lang="en-US" sz="1250" dirty="0"/>
          </a:p>
        </p:txBody>
      </p:sp>
      <p:sp>
        <p:nvSpPr>
          <p:cNvPr id="17" name="bk_184"/>
          <p:cNvSpPr/>
          <p:nvPr/>
        </p:nvSpPr>
        <p:spPr>
          <a:xfrm>
            <a:off x="228600" y="4681728"/>
            <a:ext cx="256946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p.7 · 🎧 1.07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8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CHANT 2</a:t>
            </a:r>
            <a:endParaRPr lang="en-US" sz="1600" dirty="0"/>
          </a:p>
        </p:txBody>
      </p:sp>
      <p:sp>
        <p:nvSpPr>
          <p:cNvPr id="4" name="bm_186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5DA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the chant!</a:t>
            </a:r>
            <a:endParaRPr lang="en-US" sz="2700" dirty="0"/>
          </a:p>
        </p:txBody>
      </p:sp>
      <p:sp>
        <p:nvSpPr>
          <p:cNvPr id="5" name="in_187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Listen, point and chant. Do the actions!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Ascolta, indica e di' il chant. Fai i gesti!</a:t>
            </a:r>
            <a:endParaRPr lang="en-US" sz="1400" dirty="0"/>
          </a:p>
        </p:txBody>
      </p:sp>
      <p:sp>
        <p:nvSpPr>
          <p:cNvPr id="6" name="mode_188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🗣 WHOLE CLASS · ⏱ 4 MIN</a:t>
            </a:r>
            <a:endParaRPr lang="en-US" sz="1000" dirty="0"/>
          </a:p>
        </p:txBody>
      </p:sp>
      <p:sp>
        <p:nvSpPr>
          <p:cNvPr id="7" name="st_189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190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191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0" name="se_192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and point.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Ascolta e indica.</a:t>
            </a:r>
            <a:endParaRPr lang="en-US" sz="1050" dirty="0"/>
          </a:p>
        </p:txBody>
      </p:sp>
      <p:sp>
        <p:nvSpPr>
          <p:cNvPr id="11" name="st_193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194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195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4" name="se_196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the chant.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Di' il chant.</a:t>
            </a:r>
            <a:endParaRPr lang="en-US" sz="1050" dirty="0"/>
          </a:p>
        </p:txBody>
      </p:sp>
      <p:sp>
        <p:nvSpPr>
          <p:cNvPr id="15" name="st_197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198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199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8" name="se_200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Chant with actions!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Chant con i gesti!</a:t>
            </a:r>
            <a:endParaRPr lang="en-US" sz="1050" dirty="0"/>
          </a:p>
        </p:txBody>
      </p:sp>
      <p:sp>
        <p:nvSpPr>
          <p:cNvPr id="19" name="gl_201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Countryside, countryside,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Forest and field,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Grass on the ground,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And leaves on the trees,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Mountains and rocks, rivers and lakes.</a:t>
            </a:r>
            <a:endParaRPr lang="en-US" sz="1400" dirty="0"/>
          </a:p>
        </p:txBody>
      </p:sp>
      <p:sp>
        <p:nvSpPr>
          <p:cNvPr id="20" name="bk_202"/>
          <p:cNvSpPr/>
          <p:nvPr/>
        </p:nvSpPr>
        <p:spPr>
          <a:xfrm>
            <a:off x="228600" y="4681728"/>
            <a:ext cx="389077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p.7 · 🎧 1.08 · 🎬 chant video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0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 3</a:t>
            </a:r>
            <a:endParaRPr lang="en-US" sz="1600" dirty="0"/>
          </a:p>
        </p:txBody>
      </p:sp>
      <p:sp>
        <p:nvSpPr>
          <p:cNvPr id="4" name="bm_204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Yes or no? Stand up!</a:t>
            </a:r>
            <a:endParaRPr lang="en-US" sz="2400" dirty="0"/>
          </a:p>
        </p:txBody>
      </p:sp>
      <p:sp>
        <p:nvSpPr>
          <p:cNvPr id="5" name="in_205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Listen. YES = stand up! NO = sit down!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Ascolta. SÌ = alzati! NO = siediti!</a:t>
            </a:r>
            <a:endParaRPr lang="en-US" sz="1400" dirty="0"/>
          </a:p>
        </p:txBody>
      </p:sp>
      <p:sp>
        <p:nvSpPr>
          <p:cNvPr id="6" name="mode_206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⏱ 3 MIN</a:t>
            </a:r>
            <a:endParaRPr lang="en-US" sz="1000" dirty="0"/>
          </a:p>
        </p:txBody>
      </p:sp>
      <p:sp>
        <p:nvSpPr>
          <p:cNvPr id="7" name="pf_207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08" descr="/home/claude/movers/img/crop/u1-p7-sce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929" y="1325880"/>
            <a:ext cx="3240303" cy="3246120"/>
          </a:xfrm>
          <a:prstGeom prst="rect">
            <a:avLst/>
          </a:prstGeom>
        </p:spPr>
      </p:pic>
      <p:sp>
        <p:nvSpPr>
          <p:cNvPr id="9" name="q_209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Grandpa's got a new tractor.</a:t>
            </a:r>
            <a:endParaRPr lang="en-US" sz="1250" dirty="0"/>
          </a:p>
        </p:txBody>
      </p:sp>
      <p:sp>
        <p:nvSpPr>
          <p:cNvPr id="10" name="R1_a210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YES ✓</a:t>
            </a:r>
            <a:endParaRPr lang="en-US" sz="1250" dirty="0"/>
          </a:p>
        </p:txBody>
      </p:sp>
      <p:sp>
        <p:nvSpPr>
          <p:cNvPr id="11" name="q_211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His tractor's in his garden.</a:t>
            </a:r>
            <a:endParaRPr lang="en-US" sz="1250" dirty="0"/>
          </a:p>
        </p:txBody>
      </p:sp>
      <p:sp>
        <p:nvSpPr>
          <p:cNvPr id="12" name="R2_a212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 ✗</a:t>
            </a:r>
            <a:endParaRPr lang="en-US" sz="1250" dirty="0"/>
          </a:p>
        </p:txBody>
      </p:sp>
      <p:sp>
        <p:nvSpPr>
          <p:cNvPr id="13" name="q_213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purple flowers are in the forest.</a:t>
            </a:r>
            <a:endParaRPr lang="en-US" sz="1250" dirty="0"/>
          </a:p>
        </p:txBody>
      </p:sp>
      <p:sp>
        <p:nvSpPr>
          <p:cNvPr id="14" name="R3_a214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 ✗</a:t>
            </a:r>
            <a:endParaRPr lang="en-US" sz="1250" dirty="0"/>
          </a:p>
        </p:txBody>
      </p:sp>
      <p:sp>
        <p:nvSpPr>
          <p:cNvPr id="15" name="q_215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Grandpa's garden is next to the forest.</a:t>
            </a:r>
            <a:endParaRPr lang="en-US" sz="1250" dirty="0"/>
          </a:p>
        </p:txBody>
      </p:sp>
      <p:sp>
        <p:nvSpPr>
          <p:cNvPr id="16" name="R4_a216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YES ✓</a:t>
            </a:r>
            <a:endParaRPr lang="en-US" sz="1250" dirty="0"/>
          </a:p>
        </p:txBody>
      </p:sp>
      <p:sp>
        <p:nvSpPr>
          <p:cNvPr id="17" name="bk_217"/>
          <p:cNvSpPr/>
          <p:nvPr/>
        </p:nvSpPr>
        <p:spPr>
          <a:xfrm>
            <a:off x="228600" y="4681728"/>
            <a:ext cx="256946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p.7 · 🎧 1.09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1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 3</a:t>
            </a:r>
            <a:endParaRPr lang="en-US" sz="1600" dirty="0"/>
          </a:p>
        </p:txBody>
      </p:sp>
      <p:sp>
        <p:nvSpPr>
          <p:cNvPr id="4" name="bm_219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Yes or no? (2)</a:t>
            </a:r>
            <a:endParaRPr lang="en-US" sz="2700" dirty="0"/>
          </a:p>
        </p:txBody>
      </p:sp>
      <p:sp>
        <p:nvSpPr>
          <p:cNvPr id="5" name="in_220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Listen. YES = stand up! NO = sit down!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Ascolta. SÌ = alzati! NO = siediti!</a:t>
            </a:r>
            <a:endParaRPr lang="en-US" sz="1400" dirty="0"/>
          </a:p>
        </p:txBody>
      </p:sp>
      <p:sp>
        <p:nvSpPr>
          <p:cNvPr id="6" name="mode_22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⏱ 3 MIN</a:t>
            </a:r>
            <a:endParaRPr lang="en-US" sz="1000" dirty="0"/>
          </a:p>
        </p:txBody>
      </p:sp>
      <p:sp>
        <p:nvSpPr>
          <p:cNvPr id="7" name="pf_222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23" descr="/home/claude/movers/img/crop/u1-p7-sce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929" y="1325880"/>
            <a:ext cx="3240303" cy="3246120"/>
          </a:xfrm>
          <a:prstGeom prst="rect">
            <a:avLst/>
          </a:prstGeom>
        </p:spPr>
      </p:pic>
      <p:sp>
        <p:nvSpPr>
          <p:cNvPr id="9" name="q_224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There's a big rock behind the tractor.</a:t>
            </a:r>
            <a:endParaRPr lang="en-US" sz="1250" dirty="0"/>
          </a:p>
        </p:txBody>
      </p:sp>
      <p:sp>
        <p:nvSpPr>
          <p:cNvPr id="10" name="R1_a225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 ✗</a:t>
            </a:r>
            <a:endParaRPr lang="en-US" sz="1250" dirty="0"/>
          </a:p>
        </p:txBody>
      </p:sp>
      <p:sp>
        <p:nvSpPr>
          <p:cNvPr id="11" name="q_226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There are lots of leaves under the tree in the garden.</a:t>
            </a:r>
            <a:endParaRPr lang="en-US" sz="1250" dirty="0"/>
          </a:p>
        </p:txBody>
      </p:sp>
      <p:sp>
        <p:nvSpPr>
          <p:cNvPr id="12" name="R2_a227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YES ✓</a:t>
            </a:r>
            <a:endParaRPr lang="en-US" sz="1250" dirty="0"/>
          </a:p>
        </p:txBody>
      </p:sp>
      <p:sp>
        <p:nvSpPr>
          <p:cNvPr id="13" name="q_228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river's next to the lake.</a:t>
            </a:r>
            <a:endParaRPr lang="en-US" sz="1250" dirty="0"/>
          </a:p>
        </p:txBody>
      </p:sp>
      <p:sp>
        <p:nvSpPr>
          <p:cNvPr id="14" name="R3_a229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YES ✓</a:t>
            </a:r>
            <a:endParaRPr lang="en-US" sz="1250" dirty="0"/>
          </a:p>
        </p:txBody>
      </p:sp>
      <p:sp>
        <p:nvSpPr>
          <p:cNvPr id="15" name="q_230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They can swim in the lake this afternoon.</a:t>
            </a:r>
            <a:endParaRPr lang="en-US" sz="1250" dirty="0"/>
          </a:p>
        </p:txBody>
      </p:sp>
      <p:sp>
        <p:nvSpPr>
          <p:cNvPr id="16" name="R4_a231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 ✗</a:t>
            </a:r>
            <a:endParaRPr lang="en-US" sz="1250" dirty="0"/>
          </a:p>
        </p:txBody>
      </p:sp>
      <p:sp>
        <p:nvSpPr>
          <p:cNvPr id="17" name="bk_232"/>
          <p:cNvSpPr/>
          <p:nvPr/>
        </p:nvSpPr>
        <p:spPr>
          <a:xfrm>
            <a:off x="228600" y="4681728"/>
            <a:ext cx="256946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p.7 · 🎧 1.09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3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234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and remember!</a:t>
            </a:r>
            <a:endParaRPr lang="en-US" sz="2700" dirty="0"/>
          </a:p>
        </p:txBody>
      </p:sp>
      <p:sp>
        <p:nvSpPr>
          <p:cNvPr id="5" name="in_235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 for 10 seconds. Remember ALL the pictures!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e ricorda tutte le immagini!</a:t>
            </a:r>
            <a:endParaRPr lang="en-US" sz="1400" dirty="0"/>
          </a:p>
        </p:txBody>
      </p:sp>
      <p:sp>
        <p:nvSpPr>
          <p:cNvPr id="6" name="cd_236"/>
          <p:cNvSpPr/>
          <p:nvPr/>
        </p:nvSpPr>
        <p:spPr>
          <a:xfrm>
            <a:off x="32004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237" descr="/home/claude/movers/img/fc/f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353312"/>
            <a:ext cx="1024128" cy="1024128"/>
          </a:xfrm>
          <a:prstGeom prst="rect">
            <a:avLst/>
          </a:prstGeom>
        </p:spPr>
      </p:pic>
      <p:sp>
        <p:nvSpPr>
          <p:cNvPr id="8" name="lb_238"/>
          <p:cNvSpPr/>
          <p:nvPr/>
        </p:nvSpPr>
        <p:spPr>
          <a:xfrm>
            <a:off x="35661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</a:t>
            </a:r>
            <a:endParaRPr lang="en-US" sz="1200" dirty="0"/>
          </a:p>
        </p:txBody>
      </p:sp>
      <p:sp>
        <p:nvSpPr>
          <p:cNvPr id="9" name="cd_239"/>
          <p:cNvSpPr/>
          <p:nvPr/>
        </p:nvSpPr>
        <p:spPr>
          <a:xfrm>
            <a:off x="205740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240" descr="/home/claude/movers/img/fc/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1353312"/>
            <a:ext cx="1024128" cy="1024128"/>
          </a:xfrm>
          <a:prstGeom prst="rect">
            <a:avLst/>
          </a:prstGeom>
        </p:spPr>
      </p:pic>
      <p:sp>
        <p:nvSpPr>
          <p:cNvPr id="11" name="lb_241"/>
          <p:cNvSpPr/>
          <p:nvPr/>
        </p:nvSpPr>
        <p:spPr>
          <a:xfrm>
            <a:off x="209397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forest</a:t>
            </a:r>
            <a:endParaRPr lang="en-US" sz="1200" dirty="0"/>
          </a:p>
        </p:txBody>
      </p:sp>
      <p:sp>
        <p:nvSpPr>
          <p:cNvPr id="12" name="cd_242"/>
          <p:cNvSpPr/>
          <p:nvPr/>
        </p:nvSpPr>
        <p:spPr>
          <a:xfrm>
            <a:off x="379476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243" descr="/home/claude/movers/img/fc/gra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6" y="1353312"/>
            <a:ext cx="1024128" cy="1024128"/>
          </a:xfrm>
          <a:prstGeom prst="rect">
            <a:avLst/>
          </a:prstGeom>
        </p:spPr>
      </p:pic>
      <p:sp>
        <p:nvSpPr>
          <p:cNvPr id="14" name="lb_244"/>
          <p:cNvSpPr/>
          <p:nvPr/>
        </p:nvSpPr>
        <p:spPr>
          <a:xfrm>
            <a:off x="383133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grass</a:t>
            </a:r>
            <a:endParaRPr lang="en-US" sz="1200" dirty="0"/>
          </a:p>
        </p:txBody>
      </p:sp>
      <p:sp>
        <p:nvSpPr>
          <p:cNvPr id="15" name="cd_245"/>
          <p:cNvSpPr/>
          <p:nvPr/>
        </p:nvSpPr>
        <p:spPr>
          <a:xfrm>
            <a:off x="553212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6" name="ci_246" descr="/home/claude/movers/img/fc/grou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1353312"/>
            <a:ext cx="1024128" cy="1024128"/>
          </a:xfrm>
          <a:prstGeom prst="rect">
            <a:avLst/>
          </a:prstGeom>
        </p:spPr>
      </p:pic>
      <p:sp>
        <p:nvSpPr>
          <p:cNvPr id="17" name="lb_247"/>
          <p:cNvSpPr/>
          <p:nvPr/>
        </p:nvSpPr>
        <p:spPr>
          <a:xfrm>
            <a:off x="556869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</a:t>
            </a:r>
            <a:endParaRPr lang="en-US" sz="1200" dirty="0"/>
          </a:p>
        </p:txBody>
      </p:sp>
      <p:sp>
        <p:nvSpPr>
          <p:cNvPr id="18" name="cd_248"/>
          <p:cNvSpPr/>
          <p:nvPr/>
        </p:nvSpPr>
        <p:spPr>
          <a:xfrm>
            <a:off x="726948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ci_249" descr="/home/claude/movers/img/fc/lak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353312"/>
            <a:ext cx="1024128" cy="1024128"/>
          </a:xfrm>
          <a:prstGeom prst="rect">
            <a:avLst/>
          </a:prstGeom>
        </p:spPr>
      </p:pic>
      <p:sp>
        <p:nvSpPr>
          <p:cNvPr id="20" name="lb_250"/>
          <p:cNvSpPr/>
          <p:nvPr/>
        </p:nvSpPr>
        <p:spPr>
          <a:xfrm>
            <a:off x="730605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lake</a:t>
            </a:r>
            <a:endParaRPr lang="en-US" sz="1200" dirty="0"/>
          </a:p>
        </p:txBody>
      </p:sp>
      <p:sp>
        <p:nvSpPr>
          <p:cNvPr id="21" name="cd_251"/>
          <p:cNvSpPr/>
          <p:nvPr/>
        </p:nvSpPr>
        <p:spPr>
          <a:xfrm>
            <a:off x="32004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252" descr="/home/claude/movers/img/fc/leaf-leav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3017520"/>
            <a:ext cx="1024128" cy="1024128"/>
          </a:xfrm>
          <a:prstGeom prst="rect">
            <a:avLst/>
          </a:prstGeom>
        </p:spPr>
      </p:pic>
      <p:sp>
        <p:nvSpPr>
          <p:cNvPr id="23" name="lb_253"/>
          <p:cNvSpPr/>
          <p:nvPr/>
        </p:nvSpPr>
        <p:spPr>
          <a:xfrm>
            <a:off x="35661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leaf leaves</a:t>
            </a:r>
            <a:endParaRPr lang="en-US" sz="1200" dirty="0"/>
          </a:p>
        </p:txBody>
      </p:sp>
      <p:sp>
        <p:nvSpPr>
          <p:cNvPr id="24" name="cd_254"/>
          <p:cNvSpPr/>
          <p:nvPr/>
        </p:nvSpPr>
        <p:spPr>
          <a:xfrm>
            <a:off x="205740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5" name="ci_255" descr="/home/claude/movers/img/fc/mountai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2576" y="3017520"/>
            <a:ext cx="1024128" cy="1024128"/>
          </a:xfrm>
          <a:prstGeom prst="rect">
            <a:avLst/>
          </a:prstGeom>
        </p:spPr>
      </p:pic>
      <p:sp>
        <p:nvSpPr>
          <p:cNvPr id="26" name="lb_256"/>
          <p:cNvSpPr/>
          <p:nvPr/>
        </p:nvSpPr>
        <p:spPr>
          <a:xfrm>
            <a:off x="209397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mountain</a:t>
            </a:r>
            <a:endParaRPr lang="en-US" sz="1200" dirty="0"/>
          </a:p>
        </p:txBody>
      </p:sp>
      <p:sp>
        <p:nvSpPr>
          <p:cNvPr id="27" name="cd_257"/>
          <p:cNvSpPr/>
          <p:nvPr/>
        </p:nvSpPr>
        <p:spPr>
          <a:xfrm>
            <a:off x="379476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8" name="ci_258" descr="/home/claude/movers/img/fc/riv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9936" y="3017520"/>
            <a:ext cx="1024128" cy="1024128"/>
          </a:xfrm>
          <a:prstGeom prst="rect">
            <a:avLst/>
          </a:prstGeom>
        </p:spPr>
      </p:pic>
      <p:sp>
        <p:nvSpPr>
          <p:cNvPr id="29" name="lb_259"/>
          <p:cNvSpPr/>
          <p:nvPr/>
        </p:nvSpPr>
        <p:spPr>
          <a:xfrm>
            <a:off x="383133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river</a:t>
            </a:r>
            <a:endParaRPr lang="en-US" sz="1200" dirty="0"/>
          </a:p>
        </p:txBody>
      </p:sp>
      <p:sp>
        <p:nvSpPr>
          <p:cNvPr id="30" name="cd_260"/>
          <p:cNvSpPr/>
          <p:nvPr/>
        </p:nvSpPr>
        <p:spPr>
          <a:xfrm>
            <a:off x="553212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1" name="ci_261" descr="/home/claude/movers/img/fc/ro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7296" y="3017520"/>
            <a:ext cx="1024128" cy="1024128"/>
          </a:xfrm>
          <a:prstGeom prst="rect">
            <a:avLst/>
          </a:prstGeom>
        </p:spPr>
      </p:pic>
      <p:sp>
        <p:nvSpPr>
          <p:cNvPr id="32" name="lb_262"/>
          <p:cNvSpPr/>
          <p:nvPr/>
        </p:nvSpPr>
        <p:spPr>
          <a:xfrm>
            <a:off x="556869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</a:t>
            </a:r>
            <a:endParaRPr lang="en-US" sz="1200" dirty="0"/>
          </a:p>
        </p:txBody>
      </p:sp>
      <p:sp>
        <p:nvSpPr>
          <p:cNvPr id="33" name="cd_263"/>
          <p:cNvSpPr/>
          <p:nvPr/>
        </p:nvSpPr>
        <p:spPr>
          <a:xfrm>
            <a:off x="726948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4" name="ci_264" descr="/home/claude/movers/img/fc/tracto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4656" y="3017520"/>
            <a:ext cx="1024128" cy="1024128"/>
          </a:xfrm>
          <a:prstGeom prst="rect">
            <a:avLst/>
          </a:prstGeom>
        </p:spPr>
      </p:pic>
      <p:sp>
        <p:nvSpPr>
          <p:cNvPr id="35" name="lb_265"/>
          <p:cNvSpPr/>
          <p:nvPr/>
        </p:nvSpPr>
        <p:spPr>
          <a:xfrm>
            <a:off x="730605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tractor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6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267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missing?</a:t>
            </a:r>
            <a:endParaRPr lang="en-US" sz="2700" dirty="0"/>
          </a:p>
        </p:txBody>
      </p:sp>
      <p:sp>
        <p:nvSpPr>
          <p:cNvPr id="5" name="in_268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Open your eyes! What's missing? Write it or whisper it to your partner.</a:t>
            </a:r>
            <a:endParaRPr lang="en-US" sz="1350" dirty="0"/>
          </a:p>
          <a:p>
            <a:pPr indent="0" marL="0">
              <a:buNone/>
            </a:pPr>
            <a:r>
              <a:rPr lang="en-US" sz="11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Apri gli occhi! Cosa manca? Scrivilo o dillo al compagno.</a:t>
            </a:r>
            <a:endParaRPr lang="en-US" sz="1350" dirty="0"/>
          </a:p>
        </p:txBody>
      </p:sp>
      <p:sp>
        <p:nvSpPr>
          <p:cNvPr id="6" name="cd_269"/>
          <p:cNvSpPr/>
          <p:nvPr/>
        </p:nvSpPr>
        <p:spPr>
          <a:xfrm>
            <a:off x="32004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270" descr="/home/claude/movers/img/fc/f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353312"/>
            <a:ext cx="1024128" cy="1024128"/>
          </a:xfrm>
          <a:prstGeom prst="rect">
            <a:avLst/>
          </a:prstGeom>
        </p:spPr>
      </p:pic>
      <p:sp>
        <p:nvSpPr>
          <p:cNvPr id="8" name="lb_271"/>
          <p:cNvSpPr/>
          <p:nvPr/>
        </p:nvSpPr>
        <p:spPr>
          <a:xfrm>
            <a:off x="35661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</a:t>
            </a:r>
            <a:endParaRPr lang="en-US" sz="1200" dirty="0"/>
          </a:p>
        </p:txBody>
      </p:sp>
      <p:sp>
        <p:nvSpPr>
          <p:cNvPr id="9" name="cd_272"/>
          <p:cNvSpPr/>
          <p:nvPr/>
        </p:nvSpPr>
        <p:spPr>
          <a:xfrm>
            <a:off x="205740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273" descr="/home/claude/movers/img/fc/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1353312"/>
            <a:ext cx="1024128" cy="1024128"/>
          </a:xfrm>
          <a:prstGeom prst="rect">
            <a:avLst/>
          </a:prstGeom>
        </p:spPr>
      </p:pic>
      <p:sp>
        <p:nvSpPr>
          <p:cNvPr id="11" name="lb_274"/>
          <p:cNvSpPr/>
          <p:nvPr/>
        </p:nvSpPr>
        <p:spPr>
          <a:xfrm>
            <a:off x="209397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forest</a:t>
            </a:r>
            <a:endParaRPr lang="en-US" sz="1200" dirty="0"/>
          </a:p>
        </p:txBody>
      </p:sp>
      <p:sp>
        <p:nvSpPr>
          <p:cNvPr id="12" name="cd_275"/>
          <p:cNvSpPr/>
          <p:nvPr/>
        </p:nvSpPr>
        <p:spPr>
          <a:xfrm>
            <a:off x="379476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276" descr="/home/claude/movers/img/fc/gra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6" y="1353312"/>
            <a:ext cx="1024128" cy="1024128"/>
          </a:xfrm>
          <a:prstGeom prst="rect">
            <a:avLst/>
          </a:prstGeom>
        </p:spPr>
      </p:pic>
      <p:sp>
        <p:nvSpPr>
          <p:cNvPr id="14" name="lb_277"/>
          <p:cNvSpPr/>
          <p:nvPr/>
        </p:nvSpPr>
        <p:spPr>
          <a:xfrm>
            <a:off x="383133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grass</a:t>
            </a:r>
            <a:endParaRPr lang="en-US" sz="1200" dirty="0"/>
          </a:p>
        </p:txBody>
      </p:sp>
      <p:sp>
        <p:nvSpPr>
          <p:cNvPr id="15" name="cd_278"/>
          <p:cNvSpPr/>
          <p:nvPr/>
        </p:nvSpPr>
        <p:spPr>
          <a:xfrm>
            <a:off x="553212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6" name="ci_279" descr="/home/claude/movers/img/fc/grou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1353312"/>
            <a:ext cx="1024128" cy="1024128"/>
          </a:xfrm>
          <a:prstGeom prst="rect">
            <a:avLst/>
          </a:prstGeom>
        </p:spPr>
      </p:pic>
      <p:sp>
        <p:nvSpPr>
          <p:cNvPr id="17" name="lb_280"/>
          <p:cNvSpPr/>
          <p:nvPr/>
        </p:nvSpPr>
        <p:spPr>
          <a:xfrm>
            <a:off x="556869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</a:t>
            </a:r>
            <a:endParaRPr lang="en-US" sz="1200" dirty="0"/>
          </a:p>
        </p:txBody>
      </p:sp>
      <p:sp>
        <p:nvSpPr>
          <p:cNvPr id="18" name="cd_281"/>
          <p:cNvSpPr/>
          <p:nvPr/>
        </p:nvSpPr>
        <p:spPr>
          <a:xfrm>
            <a:off x="726948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ci_282" descr="/home/claude/movers/img/fc/lak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353312"/>
            <a:ext cx="1024128" cy="1024128"/>
          </a:xfrm>
          <a:prstGeom prst="rect">
            <a:avLst/>
          </a:prstGeom>
        </p:spPr>
      </p:pic>
      <p:sp>
        <p:nvSpPr>
          <p:cNvPr id="20" name="lb_283"/>
          <p:cNvSpPr/>
          <p:nvPr/>
        </p:nvSpPr>
        <p:spPr>
          <a:xfrm>
            <a:off x="730605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lake</a:t>
            </a:r>
            <a:endParaRPr lang="en-US" sz="1200" dirty="0"/>
          </a:p>
        </p:txBody>
      </p:sp>
      <p:sp>
        <p:nvSpPr>
          <p:cNvPr id="21" name="cd_284"/>
          <p:cNvSpPr/>
          <p:nvPr/>
        </p:nvSpPr>
        <p:spPr>
          <a:xfrm>
            <a:off x="32004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285" descr="/home/claude/movers/img/fc/leaf-leav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3017520"/>
            <a:ext cx="1024128" cy="1024128"/>
          </a:xfrm>
          <a:prstGeom prst="rect">
            <a:avLst/>
          </a:prstGeom>
        </p:spPr>
      </p:pic>
      <p:sp>
        <p:nvSpPr>
          <p:cNvPr id="23" name="lb_286"/>
          <p:cNvSpPr/>
          <p:nvPr/>
        </p:nvSpPr>
        <p:spPr>
          <a:xfrm>
            <a:off x="35661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leaf leaves</a:t>
            </a:r>
            <a:endParaRPr lang="en-US" sz="1200" dirty="0"/>
          </a:p>
        </p:txBody>
      </p:sp>
      <p:sp>
        <p:nvSpPr>
          <p:cNvPr id="24" name="cd_287"/>
          <p:cNvSpPr/>
          <p:nvPr/>
        </p:nvSpPr>
        <p:spPr>
          <a:xfrm>
            <a:off x="205740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5" name="ci_288" descr="/home/claude/movers/img/fc/mountai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2576" y="3017520"/>
            <a:ext cx="1024128" cy="1024128"/>
          </a:xfrm>
          <a:prstGeom prst="rect">
            <a:avLst/>
          </a:prstGeom>
        </p:spPr>
      </p:pic>
      <p:sp>
        <p:nvSpPr>
          <p:cNvPr id="26" name="lb_289"/>
          <p:cNvSpPr/>
          <p:nvPr/>
        </p:nvSpPr>
        <p:spPr>
          <a:xfrm>
            <a:off x="209397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mountain</a:t>
            </a:r>
            <a:endParaRPr lang="en-US" sz="1200" dirty="0"/>
          </a:p>
        </p:txBody>
      </p:sp>
      <p:sp>
        <p:nvSpPr>
          <p:cNvPr id="27" name="q_290"/>
          <p:cNvSpPr/>
          <p:nvPr/>
        </p:nvSpPr>
        <p:spPr>
          <a:xfrm>
            <a:off x="379476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D23F"/>
          </a:solidFill>
          <a:ln w="38100">
            <a:solidFill>
              <a:srgbClr val="1E2A5A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6000" dirty="0"/>
          </a:p>
        </p:txBody>
      </p:sp>
      <p:sp>
        <p:nvSpPr>
          <p:cNvPr id="28" name="cd_291"/>
          <p:cNvSpPr/>
          <p:nvPr/>
        </p:nvSpPr>
        <p:spPr>
          <a:xfrm>
            <a:off x="553212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9" name="ci_292" descr="/home/claude/movers/img/fc/ro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7296" y="3017520"/>
            <a:ext cx="1024128" cy="1024128"/>
          </a:xfrm>
          <a:prstGeom prst="rect">
            <a:avLst/>
          </a:prstGeom>
        </p:spPr>
      </p:pic>
      <p:sp>
        <p:nvSpPr>
          <p:cNvPr id="30" name="lb_293"/>
          <p:cNvSpPr/>
          <p:nvPr/>
        </p:nvSpPr>
        <p:spPr>
          <a:xfrm>
            <a:off x="556869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</a:t>
            </a:r>
            <a:endParaRPr lang="en-US" sz="1200" dirty="0"/>
          </a:p>
        </p:txBody>
      </p:sp>
      <p:sp>
        <p:nvSpPr>
          <p:cNvPr id="31" name="cd_294"/>
          <p:cNvSpPr/>
          <p:nvPr/>
        </p:nvSpPr>
        <p:spPr>
          <a:xfrm>
            <a:off x="726948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2" name="ci_295" descr="/home/claude/movers/img/fc/tracto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4656" y="3017520"/>
            <a:ext cx="1024128" cy="1024128"/>
          </a:xfrm>
          <a:prstGeom prst="rect">
            <a:avLst/>
          </a:prstGeom>
        </p:spPr>
      </p:pic>
      <p:sp>
        <p:nvSpPr>
          <p:cNvPr id="33" name="lb_296"/>
          <p:cNvSpPr/>
          <p:nvPr/>
        </p:nvSpPr>
        <p:spPr>
          <a:xfrm>
            <a:off x="730605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tractor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9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600" dirty="0"/>
          </a:p>
        </p:txBody>
      </p:sp>
      <p:sp>
        <p:nvSpPr>
          <p:cNvPr id="4" name="bm_298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Were you right?</a:t>
            </a:r>
            <a:endParaRPr lang="en-US" sz="2700" dirty="0"/>
          </a:p>
        </p:txBody>
      </p:sp>
      <p:sp>
        <p:nvSpPr>
          <p:cNvPr id="5" name="in_29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It's the river!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È il fiume!</a:t>
            </a:r>
            <a:endParaRPr lang="en-US" sz="1400" dirty="0"/>
          </a:p>
        </p:txBody>
      </p:sp>
      <p:sp>
        <p:nvSpPr>
          <p:cNvPr id="6" name="cd_300"/>
          <p:cNvSpPr/>
          <p:nvPr/>
        </p:nvSpPr>
        <p:spPr>
          <a:xfrm>
            <a:off x="32004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301" descr="/home/claude/movers/img/fc/f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353312"/>
            <a:ext cx="1024128" cy="1024128"/>
          </a:xfrm>
          <a:prstGeom prst="rect">
            <a:avLst/>
          </a:prstGeom>
        </p:spPr>
      </p:pic>
      <p:sp>
        <p:nvSpPr>
          <p:cNvPr id="8" name="lb_302"/>
          <p:cNvSpPr/>
          <p:nvPr/>
        </p:nvSpPr>
        <p:spPr>
          <a:xfrm>
            <a:off x="35661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</a:t>
            </a:r>
            <a:endParaRPr lang="en-US" sz="1200" dirty="0"/>
          </a:p>
        </p:txBody>
      </p:sp>
      <p:sp>
        <p:nvSpPr>
          <p:cNvPr id="9" name="cd_303"/>
          <p:cNvSpPr/>
          <p:nvPr/>
        </p:nvSpPr>
        <p:spPr>
          <a:xfrm>
            <a:off x="205740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304" descr="/home/claude/movers/img/fc/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1353312"/>
            <a:ext cx="1024128" cy="1024128"/>
          </a:xfrm>
          <a:prstGeom prst="rect">
            <a:avLst/>
          </a:prstGeom>
        </p:spPr>
      </p:pic>
      <p:sp>
        <p:nvSpPr>
          <p:cNvPr id="11" name="lb_305"/>
          <p:cNvSpPr/>
          <p:nvPr/>
        </p:nvSpPr>
        <p:spPr>
          <a:xfrm>
            <a:off x="209397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forest</a:t>
            </a:r>
            <a:endParaRPr lang="en-US" sz="1200" dirty="0"/>
          </a:p>
        </p:txBody>
      </p:sp>
      <p:sp>
        <p:nvSpPr>
          <p:cNvPr id="12" name="cd_306"/>
          <p:cNvSpPr/>
          <p:nvPr/>
        </p:nvSpPr>
        <p:spPr>
          <a:xfrm>
            <a:off x="379476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307" descr="/home/claude/movers/img/fc/gra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6" y="1353312"/>
            <a:ext cx="1024128" cy="1024128"/>
          </a:xfrm>
          <a:prstGeom prst="rect">
            <a:avLst/>
          </a:prstGeom>
        </p:spPr>
      </p:pic>
      <p:sp>
        <p:nvSpPr>
          <p:cNvPr id="14" name="lb_308"/>
          <p:cNvSpPr/>
          <p:nvPr/>
        </p:nvSpPr>
        <p:spPr>
          <a:xfrm>
            <a:off x="383133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grass</a:t>
            </a:r>
            <a:endParaRPr lang="en-US" sz="1200" dirty="0"/>
          </a:p>
        </p:txBody>
      </p:sp>
      <p:sp>
        <p:nvSpPr>
          <p:cNvPr id="15" name="cd_309"/>
          <p:cNvSpPr/>
          <p:nvPr/>
        </p:nvSpPr>
        <p:spPr>
          <a:xfrm>
            <a:off x="553212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6" name="ci_310" descr="/home/claude/movers/img/fc/grou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1353312"/>
            <a:ext cx="1024128" cy="1024128"/>
          </a:xfrm>
          <a:prstGeom prst="rect">
            <a:avLst/>
          </a:prstGeom>
        </p:spPr>
      </p:pic>
      <p:sp>
        <p:nvSpPr>
          <p:cNvPr id="17" name="lb_311"/>
          <p:cNvSpPr/>
          <p:nvPr/>
        </p:nvSpPr>
        <p:spPr>
          <a:xfrm>
            <a:off x="556869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</a:t>
            </a:r>
            <a:endParaRPr lang="en-US" sz="1200" dirty="0"/>
          </a:p>
        </p:txBody>
      </p:sp>
      <p:sp>
        <p:nvSpPr>
          <p:cNvPr id="18" name="cd_312"/>
          <p:cNvSpPr/>
          <p:nvPr/>
        </p:nvSpPr>
        <p:spPr>
          <a:xfrm>
            <a:off x="726948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ci_313" descr="/home/claude/movers/img/fc/lak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353312"/>
            <a:ext cx="1024128" cy="1024128"/>
          </a:xfrm>
          <a:prstGeom prst="rect">
            <a:avLst/>
          </a:prstGeom>
        </p:spPr>
      </p:pic>
      <p:sp>
        <p:nvSpPr>
          <p:cNvPr id="20" name="lb_314"/>
          <p:cNvSpPr/>
          <p:nvPr/>
        </p:nvSpPr>
        <p:spPr>
          <a:xfrm>
            <a:off x="730605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lake</a:t>
            </a:r>
            <a:endParaRPr lang="en-US" sz="1200" dirty="0"/>
          </a:p>
        </p:txBody>
      </p:sp>
      <p:sp>
        <p:nvSpPr>
          <p:cNvPr id="21" name="cd_315"/>
          <p:cNvSpPr/>
          <p:nvPr/>
        </p:nvSpPr>
        <p:spPr>
          <a:xfrm>
            <a:off x="32004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316" descr="/home/claude/movers/img/fc/leaf-leav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3017520"/>
            <a:ext cx="1024128" cy="1024128"/>
          </a:xfrm>
          <a:prstGeom prst="rect">
            <a:avLst/>
          </a:prstGeom>
        </p:spPr>
      </p:pic>
      <p:sp>
        <p:nvSpPr>
          <p:cNvPr id="23" name="lb_317"/>
          <p:cNvSpPr/>
          <p:nvPr/>
        </p:nvSpPr>
        <p:spPr>
          <a:xfrm>
            <a:off x="35661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leaf leaves</a:t>
            </a:r>
            <a:endParaRPr lang="en-US" sz="1200" dirty="0"/>
          </a:p>
        </p:txBody>
      </p:sp>
      <p:sp>
        <p:nvSpPr>
          <p:cNvPr id="24" name="cd_318"/>
          <p:cNvSpPr/>
          <p:nvPr/>
        </p:nvSpPr>
        <p:spPr>
          <a:xfrm>
            <a:off x="205740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5" name="ci_319" descr="/home/claude/movers/img/fc/mountai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2576" y="3017520"/>
            <a:ext cx="1024128" cy="1024128"/>
          </a:xfrm>
          <a:prstGeom prst="rect">
            <a:avLst/>
          </a:prstGeom>
        </p:spPr>
      </p:pic>
      <p:sp>
        <p:nvSpPr>
          <p:cNvPr id="26" name="lb_320"/>
          <p:cNvSpPr/>
          <p:nvPr/>
        </p:nvSpPr>
        <p:spPr>
          <a:xfrm>
            <a:off x="209397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mountain</a:t>
            </a:r>
            <a:endParaRPr lang="en-US" sz="1200" dirty="0"/>
          </a:p>
        </p:txBody>
      </p:sp>
      <p:sp>
        <p:nvSpPr>
          <p:cNvPr id="27" name="cd_321"/>
          <p:cNvSpPr/>
          <p:nvPr/>
        </p:nvSpPr>
        <p:spPr>
          <a:xfrm>
            <a:off x="379476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8" name="ci_322" descr="/home/claude/movers/img/fc/riv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9936" y="3017520"/>
            <a:ext cx="1024128" cy="1024128"/>
          </a:xfrm>
          <a:prstGeom prst="rect">
            <a:avLst/>
          </a:prstGeom>
        </p:spPr>
      </p:pic>
      <p:sp>
        <p:nvSpPr>
          <p:cNvPr id="29" name="lb_323"/>
          <p:cNvSpPr/>
          <p:nvPr/>
        </p:nvSpPr>
        <p:spPr>
          <a:xfrm>
            <a:off x="383133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river</a:t>
            </a:r>
            <a:endParaRPr lang="en-US" sz="1200" dirty="0"/>
          </a:p>
        </p:txBody>
      </p:sp>
      <p:sp>
        <p:nvSpPr>
          <p:cNvPr id="30" name="hl_324"/>
          <p:cNvSpPr/>
          <p:nvPr/>
        </p:nvSpPr>
        <p:spPr>
          <a:xfrm>
            <a:off x="3739896" y="2889504"/>
            <a:ext cx="1664208" cy="1664208"/>
          </a:xfrm>
          <a:prstGeom prst="roundRect">
            <a:avLst>
              <a:gd name="adj" fmla="val 6593"/>
            </a:avLst>
          </a:prstGeom>
          <a:ln w="76200">
            <a:solidFill>
              <a:srgbClr val="6CCB3B"/>
            </a:solidFill>
            <a:prstDash val="solid"/>
          </a:ln>
        </p:spPr>
      </p:sp>
      <p:sp>
        <p:nvSpPr>
          <p:cNvPr id="31" name="cd_325"/>
          <p:cNvSpPr/>
          <p:nvPr/>
        </p:nvSpPr>
        <p:spPr>
          <a:xfrm>
            <a:off x="553212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2" name="ci_326" descr="/home/claude/movers/img/fc/ro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7296" y="3017520"/>
            <a:ext cx="1024128" cy="1024128"/>
          </a:xfrm>
          <a:prstGeom prst="rect">
            <a:avLst/>
          </a:prstGeom>
        </p:spPr>
      </p:pic>
      <p:sp>
        <p:nvSpPr>
          <p:cNvPr id="33" name="lb_327"/>
          <p:cNvSpPr/>
          <p:nvPr/>
        </p:nvSpPr>
        <p:spPr>
          <a:xfrm>
            <a:off x="556869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</a:t>
            </a:r>
            <a:endParaRPr lang="en-US" sz="1200" dirty="0"/>
          </a:p>
        </p:txBody>
      </p:sp>
      <p:sp>
        <p:nvSpPr>
          <p:cNvPr id="34" name="cd_328"/>
          <p:cNvSpPr/>
          <p:nvPr/>
        </p:nvSpPr>
        <p:spPr>
          <a:xfrm>
            <a:off x="726948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5" name="ci_329" descr="/home/claude/movers/img/fc/tracto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4656" y="3017520"/>
            <a:ext cx="1024128" cy="1024128"/>
          </a:xfrm>
          <a:prstGeom prst="rect">
            <a:avLst/>
          </a:prstGeom>
        </p:spPr>
      </p:pic>
      <p:sp>
        <p:nvSpPr>
          <p:cNvPr id="36" name="lb_330"/>
          <p:cNvSpPr/>
          <p:nvPr/>
        </p:nvSpPr>
        <p:spPr>
          <a:xfrm>
            <a:off x="730605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tractor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3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ROUND 2 🔥</a:t>
            </a:r>
            <a:endParaRPr lang="en-US" sz="1450" dirty="0"/>
          </a:p>
        </p:txBody>
      </p:sp>
      <p:sp>
        <p:nvSpPr>
          <p:cNvPr id="4" name="bm_332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and remember!</a:t>
            </a:r>
            <a:endParaRPr lang="en-US" sz="2700" dirty="0"/>
          </a:p>
        </p:txBody>
      </p:sp>
      <p:sp>
        <p:nvSpPr>
          <p:cNvPr id="5" name="in_333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 for 15 seconds. Remember ALL the pictures!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e ricorda tutte le immagini!</a:t>
            </a:r>
            <a:endParaRPr lang="en-US" sz="1400" dirty="0"/>
          </a:p>
        </p:txBody>
      </p:sp>
      <p:sp>
        <p:nvSpPr>
          <p:cNvPr id="6" name="cd_334"/>
          <p:cNvSpPr/>
          <p:nvPr/>
        </p:nvSpPr>
        <p:spPr>
          <a:xfrm>
            <a:off x="32004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335" descr="/home/claude/movers/img/fc/f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353312"/>
            <a:ext cx="1024128" cy="1024128"/>
          </a:xfrm>
          <a:prstGeom prst="rect">
            <a:avLst/>
          </a:prstGeom>
        </p:spPr>
      </p:pic>
      <p:sp>
        <p:nvSpPr>
          <p:cNvPr id="8" name="lb_336"/>
          <p:cNvSpPr/>
          <p:nvPr/>
        </p:nvSpPr>
        <p:spPr>
          <a:xfrm>
            <a:off x="35661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</a:t>
            </a:r>
            <a:endParaRPr lang="en-US" sz="1200" dirty="0"/>
          </a:p>
        </p:txBody>
      </p:sp>
      <p:sp>
        <p:nvSpPr>
          <p:cNvPr id="9" name="cd_337"/>
          <p:cNvSpPr/>
          <p:nvPr/>
        </p:nvSpPr>
        <p:spPr>
          <a:xfrm>
            <a:off x="205740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338" descr="/home/claude/movers/img/fc/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1353312"/>
            <a:ext cx="1024128" cy="1024128"/>
          </a:xfrm>
          <a:prstGeom prst="rect">
            <a:avLst/>
          </a:prstGeom>
        </p:spPr>
      </p:pic>
      <p:sp>
        <p:nvSpPr>
          <p:cNvPr id="11" name="lb_339"/>
          <p:cNvSpPr/>
          <p:nvPr/>
        </p:nvSpPr>
        <p:spPr>
          <a:xfrm>
            <a:off x="209397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forest</a:t>
            </a:r>
            <a:endParaRPr lang="en-US" sz="1200" dirty="0"/>
          </a:p>
        </p:txBody>
      </p:sp>
      <p:sp>
        <p:nvSpPr>
          <p:cNvPr id="12" name="cd_340"/>
          <p:cNvSpPr/>
          <p:nvPr/>
        </p:nvSpPr>
        <p:spPr>
          <a:xfrm>
            <a:off x="379476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341" descr="/home/claude/movers/img/fc/gra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6" y="1353312"/>
            <a:ext cx="1024128" cy="1024128"/>
          </a:xfrm>
          <a:prstGeom prst="rect">
            <a:avLst/>
          </a:prstGeom>
        </p:spPr>
      </p:pic>
      <p:sp>
        <p:nvSpPr>
          <p:cNvPr id="14" name="lb_342"/>
          <p:cNvSpPr/>
          <p:nvPr/>
        </p:nvSpPr>
        <p:spPr>
          <a:xfrm>
            <a:off x="383133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grass</a:t>
            </a:r>
            <a:endParaRPr lang="en-US" sz="1200" dirty="0"/>
          </a:p>
        </p:txBody>
      </p:sp>
      <p:sp>
        <p:nvSpPr>
          <p:cNvPr id="15" name="cd_343"/>
          <p:cNvSpPr/>
          <p:nvPr/>
        </p:nvSpPr>
        <p:spPr>
          <a:xfrm>
            <a:off x="553212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6" name="ci_344" descr="/home/claude/movers/img/fc/grou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1353312"/>
            <a:ext cx="1024128" cy="1024128"/>
          </a:xfrm>
          <a:prstGeom prst="rect">
            <a:avLst/>
          </a:prstGeom>
        </p:spPr>
      </p:pic>
      <p:sp>
        <p:nvSpPr>
          <p:cNvPr id="17" name="lb_345"/>
          <p:cNvSpPr/>
          <p:nvPr/>
        </p:nvSpPr>
        <p:spPr>
          <a:xfrm>
            <a:off x="556869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</a:t>
            </a:r>
            <a:endParaRPr lang="en-US" sz="1200" dirty="0"/>
          </a:p>
        </p:txBody>
      </p:sp>
      <p:sp>
        <p:nvSpPr>
          <p:cNvPr id="18" name="cd_346"/>
          <p:cNvSpPr/>
          <p:nvPr/>
        </p:nvSpPr>
        <p:spPr>
          <a:xfrm>
            <a:off x="726948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ci_347" descr="/home/claude/movers/img/fc/lak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353312"/>
            <a:ext cx="1024128" cy="1024128"/>
          </a:xfrm>
          <a:prstGeom prst="rect">
            <a:avLst/>
          </a:prstGeom>
        </p:spPr>
      </p:pic>
      <p:sp>
        <p:nvSpPr>
          <p:cNvPr id="20" name="lb_348"/>
          <p:cNvSpPr/>
          <p:nvPr/>
        </p:nvSpPr>
        <p:spPr>
          <a:xfrm>
            <a:off x="730605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lake</a:t>
            </a:r>
            <a:endParaRPr lang="en-US" sz="1200" dirty="0"/>
          </a:p>
        </p:txBody>
      </p:sp>
      <p:sp>
        <p:nvSpPr>
          <p:cNvPr id="21" name="cd_349"/>
          <p:cNvSpPr/>
          <p:nvPr/>
        </p:nvSpPr>
        <p:spPr>
          <a:xfrm>
            <a:off x="32004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350" descr="/home/claude/movers/img/fc/leaf-leav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3017520"/>
            <a:ext cx="1024128" cy="1024128"/>
          </a:xfrm>
          <a:prstGeom prst="rect">
            <a:avLst/>
          </a:prstGeom>
        </p:spPr>
      </p:pic>
      <p:sp>
        <p:nvSpPr>
          <p:cNvPr id="23" name="lb_351"/>
          <p:cNvSpPr/>
          <p:nvPr/>
        </p:nvSpPr>
        <p:spPr>
          <a:xfrm>
            <a:off x="35661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leaf leaves</a:t>
            </a:r>
            <a:endParaRPr lang="en-US" sz="1200" dirty="0"/>
          </a:p>
        </p:txBody>
      </p:sp>
      <p:sp>
        <p:nvSpPr>
          <p:cNvPr id="24" name="cd_352"/>
          <p:cNvSpPr/>
          <p:nvPr/>
        </p:nvSpPr>
        <p:spPr>
          <a:xfrm>
            <a:off x="205740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5" name="ci_353" descr="/home/claude/movers/img/fc/mountai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2576" y="3017520"/>
            <a:ext cx="1024128" cy="1024128"/>
          </a:xfrm>
          <a:prstGeom prst="rect">
            <a:avLst/>
          </a:prstGeom>
        </p:spPr>
      </p:pic>
      <p:sp>
        <p:nvSpPr>
          <p:cNvPr id="26" name="lb_354"/>
          <p:cNvSpPr/>
          <p:nvPr/>
        </p:nvSpPr>
        <p:spPr>
          <a:xfrm>
            <a:off x="209397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mountain</a:t>
            </a:r>
            <a:endParaRPr lang="en-US" sz="1200" dirty="0"/>
          </a:p>
        </p:txBody>
      </p:sp>
      <p:sp>
        <p:nvSpPr>
          <p:cNvPr id="27" name="cd_355"/>
          <p:cNvSpPr/>
          <p:nvPr/>
        </p:nvSpPr>
        <p:spPr>
          <a:xfrm>
            <a:off x="379476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8" name="ci_356" descr="/home/claude/movers/img/fc/riv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9936" y="3017520"/>
            <a:ext cx="1024128" cy="1024128"/>
          </a:xfrm>
          <a:prstGeom prst="rect">
            <a:avLst/>
          </a:prstGeom>
        </p:spPr>
      </p:pic>
      <p:sp>
        <p:nvSpPr>
          <p:cNvPr id="29" name="lb_357"/>
          <p:cNvSpPr/>
          <p:nvPr/>
        </p:nvSpPr>
        <p:spPr>
          <a:xfrm>
            <a:off x="383133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river</a:t>
            </a:r>
            <a:endParaRPr lang="en-US" sz="1200" dirty="0"/>
          </a:p>
        </p:txBody>
      </p:sp>
      <p:sp>
        <p:nvSpPr>
          <p:cNvPr id="30" name="cd_358"/>
          <p:cNvSpPr/>
          <p:nvPr/>
        </p:nvSpPr>
        <p:spPr>
          <a:xfrm>
            <a:off x="553212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1" name="ci_359" descr="/home/claude/movers/img/fc/ro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7296" y="3017520"/>
            <a:ext cx="1024128" cy="1024128"/>
          </a:xfrm>
          <a:prstGeom prst="rect">
            <a:avLst/>
          </a:prstGeom>
        </p:spPr>
      </p:pic>
      <p:sp>
        <p:nvSpPr>
          <p:cNvPr id="32" name="lb_360"/>
          <p:cNvSpPr/>
          <p:nvPr/>
        </p:nvSpPr>
        <p:spPr>
          <a:xfrm>
            <a:off x="556869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</a:t>
            </a:r>
            <a:endParaRPr lang="en-US" sz="1200" dirty="0"/>
          </a:p>
        </p:txBody>
      </p:sp>
      <p:sp>
        <p:nvSpPr>
          <p:cNvPr id="33" name="cd_361"/>
          <p:cNvSpPr/>
          <p:nvPr/>
        </p:nvSpPr>
        <p:spPr>
          <a:xfrm>
            <a:off x="726948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4" name="ci_362" descr="/home/claude/movers/img/fc/tracto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4656" y="3017520"/>
            <a:ext cx="1024128" cy="1024128"/>
          </a:xfrm>
          <a:prstGeom prst="rect">
            <a:avLst/>
          </a:prstGeom>
        </p:spPr>
      </p:pic>
      <p:sp>
        <p:nvSpPr>
          <p:cNvPr id="35" name="lb_363"/>
          <p:cNvSpPr/>
          <p:nvPr/>
        </p:nvSpPr>
        <p:spPr>
          <a:xfrm>
            <a:off x="730605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tractor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6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ROUND 2 🔥</a:t>
            </a:r>
            <a:endParaRPr lang="en-US" sz="1450" dirty="0"/>
          </a:p>
        </p:txBody>
      </p:sp>
      <p:sp>
        <p:nvSpPr>
          <p:cNvPr id="4" name="bm_365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missing?</a:t>
            </a:r>
            <a:endParaRPr lang="en-US" sz="2700" dirty="0"/>
          </a:p>
        </p:txBody>
      </p:sp>
      <p:sp>
        <p:nvSpPr>
          <p:cNvPr id="5" name="in_366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TWO pictures are missing! Write them down.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Mancano DUE immagini! Scrivile.</a:t>
            </a:r>
            <a:endParaRPr lang="en-US" sz="1400" dirty="0"/>
          </a:p>
        </p:txBody>
      </p:sp>
      <p:sp>
        <p:nvSpPr>
          <p:cNvPr id="6" name="cd_367"/>
          <p:cNvSpPr/>
          <p:nvPr/>
        </p:nvSpPr>
        <p:spPr>
          <a:xfrm>
            <a:off x="32004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368" descr="/home/claude/movers/img/fc/f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353312"/>
            <a:ext cx="1024128" cy="1024128"/>
          </a:xfrm>
          <a:prstGeom prst="rect">
            <a:avLst/>
          </a:prstGeom>
        </p:spPr>
      </p:pic>
      <p:sp>
        <p:nvSpPr>
          <p:cNvPr id="8" name="lb_369"/>
          <p:cNvSpPr/>
          <p:nvPr/>
        </p:nvSpPr>
        <p:spPr>
          <a:xfrm>
            <a:off x="35661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</a:t>
            </a:r>
            <a:endParaRPr lang="en-US" sz="1200" dirty="0"/>
          </a:p>
        </p:txBody>
      </p:sp>
      <p:sp>
        <p:nvSpPr>
          <p:cNvPr id="9" name="q_370"/>
          <p:cNvSpPr/>
          <p:nvPr/>
        </p:nvSpPr>
        <p:spPr>
          <a:xfrm>
            <a:off x="205740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D23F"/>
          </a:solidFill>
          <a:ln w="38100">
            <a:solidFill>
              <a:srgbClr val="1E2A5A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6000" dirty="0"/>
          </a:p>
        </p:txBody>
      </p:sp>
      <p:sp>
        <p:nvSpPr>
          <p:cNvPr id="10" name="cd_371"/>
          <p:cNvSpPr/>
          <p:nvPr/>
        </p:nvSpPr>
        <p:spPr>
          <a:xfrm>
            <a:off x="379476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1" name="ci_372" descr="/home/claude/movers/img/fc/gr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936" y="1353312"/>
            <a:ext cx="1024128" cy="1024128"/>
          </a:xfrm>
          <a:prstGeom prst="rect">
            <a:avLst/>
          </a:prstGeom>
        </p:spPr>
      </p:pic>
      <p:sp>
        <p:nvSpPr>
          <p:cNvPr id="12" name="lb_373"/>
          <p:cNvSpPr/>
          <p:nvPr/>
        </p:nvSpPr>
        <p:spPr>
          <a:xfrm>
            <a:off x="383133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grass</a:t>
            </a:r>
            <a:endParaRPr lang="en-US" sz="1200" dirty="0"/>
          </a:p>
        </p:txBody>
      </p:sp>
      <p:sp>
        <p:nvSpPr>
          <p:cNvPr id="13" name="cd_374"/>
          <p:cNvSpPr/>
          <p:nvPr/>
        </p:nvSpPr>
        <p:spPr>
          <a:xfrm>
            <a:off x="553212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4" name="ci_375" descr="/home/claude/movers/img/fc/grou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1353312"/>
            <a:ext cx="1024128" cy="1024128"/>
          </a:xfrm>
          <a:prstGeom prst="rect">
            <a:avLst/>
          </a:prstGeom>
        </p:spPr>
      </p:pic>
      <p:sp>
        <p:nvSpPr>
          <p:cNvPr id="15" name="lb_376"/>
          <p:cNvSpPr/>
          <p:nvPr/>
        </p:nvSpPr>
        <p:spPr>
          <a:xfrm>
            <a:off x="556869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</a:t>
            </a:r>
            <a:endParaRPr lang="en-US" sz="1200" dirty="0"/>
          </a:p>
        </p:txBody>
      </p:sp>
      <p:sp>
        <p:nvSpPr>
          <p:cNvPr id="16" name="cd_377"/>
          <p:cNvSpPr/>
          <p:nvPr/>
        </p:nvSpPr>
        <p:spPr>
          <a:xfrm>
            <a:off x="726948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7" name="ci_378" descr="/home/claude/movers/img/fc/lak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656" y="1353312"/>
            <a:ext cx="1024128" cy="1024128"/>
          </a:xfrm>
          <a:prstGeom prst="rect">
            <a:avLst/>
          </a:prstGeom>
        </p:spPr>
      </p:pic>
      <p:sp>
        <p:nvSpPr>
          <p:cNvPr id="18" name="lb_379"/>
          <p:cNvSpPr/>
          <p:nvPr/>
        </p:nvSpPr>
        <p:spPr>
          <a:xfrm>
            <a:off x="730605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lake</a:t>
            </a:r>
            <a:endParaRPr lang="en-US" sz="1200" dirty="0"/>
          </a:p>
        </p:txBody>
      </p:sp>
      <p:sp>
        <p:nvSpPr>
          <p:cNvPr id="19" name="cd_380"/>
          <p:cNvSpPr/>
          <p:nvPr/>
        </p:nvSpPr>
        <p:spPr>
          <a:xfrm>
            <a:off x="32004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381" descr="/home/claude/movers/img/fc/leaf-leave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3017520"/>
            <a:ext cx="1024128" cy="1024128"/>
          </a:xfrm>
          <a:prstGeom prst="rect">
            <a:avLst/>
          </a:prstGeom>
        </p:spPr>
      </p:pic>
      <p:sp>
        <p:nvSpPr>
          <p:cNvPr id="21" name="lb_382"/>
          <p:cNvSpPr/>
          <p:nvPr/>
        </p:nvSpPr>
        <p:spPr>
          <a:xfrm>
            <a:off x="35661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leaf leaves</a:t>
            </a:r>
            <a:endParaRPr lang="en-US" sz="1200" dirty="0"/>
          </a:p>
        </p:txBody>
      </p:sp>
      <p:sp>
        <p:nvSpPr>
          <p:cNvPr id="22" name="cd_383"/>
          <p:cNvSpPr/>
          <p:nvPr/>
        </p:nvSpPr>
        <p:spPr>
          <a:xfrm>
            <a:off x="205740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384" descr="/home/claude/movers/img/fc/mountai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2576" y="3017520"/>
            <a:ext cx="1024128" cy="1024128"/>
          </a:xfrm>
          <a:prstGeom prst="rect">
            <a:avLst/>
          </a:prstGeom>
        </p:spPr>
      </p:pic>
      <p:sp>
        <p:nvSpPr>
          <p:cNvPr id="24" name="lb_385"/>
          <p:cNvSpPr/>
          <p:nvPr/>
        </p:nvSpPr>
        <p:spPr>
          <a:xfrm>
            <a:off x="209397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mountain</a:t>
            </a:r>
            <a:endParaRPr lang="en-US" sz="1200" dirty="0"/>
          </a:p>
        </p:txBody>
      </p:sp>
      <p:sp>
        <p:nvSpPr>
          <p:cNvPr id="25" name="cd_386"/>
          <p:cNvSpPr/>
          <p:nvPr/>
        </p:nvSpPr>
        <p:spPr>
          <a:xfrm>
            <a:off x="379476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387" descr="/home/claude/movers/img/fc/riv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9936" y="3017520"/>
            <a:ext cx="1024128" cy="1024128"/>
          </a:xfrm>
          <a:prstGeom prst="rect">
            <a:avLst/>
          </a:prstGeom>
        </p:spPr>
      </p:pic>
      <p:sp>
        <p:nvSpPr>
          <p:cNvPr id="27" name="lb_388"/>
          <p:cNvSpPr/>
          <p:nvPr/>
        </p:nvSpPr>
        <p:spPr>
          <a:xfrm>
            <a:off x="383133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river</a:t>
            </a:r>
            <a:endParaRPr lang="en-US" sz="1200" dirty="0"/>
          </a:p>
        </p:txBody>
      </p:sp>
      <p:sp>
        <p:nvSpPr>
          <p:cNvPr id="28" name="cd_389"/>
          <p:cNvSpPr/>
          <p:nvPr/>
        </p:nvSpPr>
        <p:spPr>
          <a:xfrm>
            <a:off x="553212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9" name="ci_390" descr="/home/claude/movers/img/fc/ro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7296" y="3017520"/>
            <a:ext cx="1024128" cy="1024128"/>
          </a:xfrm>
          <a:prstGeom prst="rect">
            <a:avLst/>
          </a:prstGeom>
        </p:spPr>
      </p:pic>
      <p:sp>
        <p:nvSpPr>
          <p:cNvPr id="30" name="lb_391"/>
          <p:cNvSpPr/>
          <p:nvPr/>
        </p:nvSpPr>
        <p:spPr>
          <a:xfrm>
            <a:off x="556869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</a:t>
            </a:r>
            <a:endParaRPr lang="en-US" sz="1200" dirty="0"/>
          </a:p>
        </p:txBody>
      </p:sp>
      <p:sp>
        <p:nvSpPr>
          <p:cNvPr id="31" name="q_392"/>
          <p:cNvSpPr/>
          <p:nvPr/>
        </p:nvSpPr>
        <p:spPr>
          <a:xfrm>
            <a:off x="726948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D23F"/>
          </a:solidFill>
          <a:ln w="38100">
            <a:solidFill>
              <a:srgbClr val="1E2A5A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6000" dirty="0"/>
          </a:p>
        </p:txBody>
      </p:sp>
    </p:spTree>
  </p:cSld>
  <p:clrMapOvr>
    <a:masterClrMapping/>
  </p:clrMapOvr>
  <p:transition spd="med">
    <p:push dir="l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9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600" dirty="0"/>
          </a:p>
        </p:txBody>
      </p:sp>
      <p:sp>
        <p:nvSpPr>
          <p:cNvPr id="4" name="bm_394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Were you right?</a:t>
            </a:r>
            <a:endParaRPr lang="en-US" sz="2700" dirty="0"/>
          </a:p>
        </p:txBody>
      </p:sp>
      <p:sp>
        <p:nvSpPr>
          <p:cNvPr id="5" name="in_39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It's the forest and the tractor!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cd_396"/>
          <p:cNvSpPr/>
          <p:nvPr/>
        </p:nvSpPr>
        <p:spPr>
          <a:xfrm>
            <a:off x="32004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397" descr="/home/claude/movers/img/fc/f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353312"/>
            <a:ext cx="1024128" cy="1024128"/>
          </a:xfrm>
          <a:prstGeom prst="rect">
            <a:avLst/>
          </a:prstGeom>
        </p:spPr>
      </p:pic>
      <p:sp>
        <p:nvSpPr>
          <p:cNvPr id="8" name="lb_398"/>
          <p:cNvSpPr/>
          <p:nvPr/>
        </p:nvSpPr>
        <p:spPr>
          <a:xfrm>
            <a:off x="35661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</a:t>
            </a:r>
            <a:endParaRPr lang="en-US" sz="1200" dirty="0"/>
          </a:p>
        </p:txBody>
      </p:sp>
      <p:sp>
        <p:nvSpPr>
          <p:cNvPr id="9" name="cd_399"/>
          <p:cNvSpPr/>
          <p:nvPr/>
        </p:nvSpPr>
        <p:spPr>
          <a:xfrm>
            <a:off x="205740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400" descr="/home/claude/movers/img/fc/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576" y="1353312"/>
            <a:ext cx="1024128" cy="1024128"/>
          </a:xfrm>
          <a:prstGeom prst="rect">
            <a:avLst/>
          </a:prstGeom>
        </p:spPr>
      </p:pic>
      <p:sp>
        <p:nvSpPr>
          <p:cNvPr id="11" name="lb_401"/>
          <p:cNvSpPr/>
          <p:nvPr/>
        </p:nvSpPr>
        <p:spPr>
          <a:xfrm>
            <a:off x="209397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forest</a:t>
            </a:r>
            <a:endParaRPr lang="en-US" sz="1200" dirty="0"/>
          </a:p>
        </p:txBody>
      </p:sp>
      <p:sp>
        <p:nvSpPr>
          <p:cNvPr id="12" name="hl_402"/>
          <p:cNvSpPr/>
          <p:nvPr/>
        </p:nvSpPr>
        <p:spPr>
          <a:xfrm>
            <a:off x="2002536" y="1225296"/>
            <a:ext cx="1664208" cy="1664208"/>
          </a:xfrm>
          <a:prstGeom prst="roundRect">
            <a:avLst>
              <a:gd name="adj" fmla="val 6593"/>
            </a:avLst>
          </a:prstGeom>
          <a:ln w="76200">
            <a:solidFill>
              <a:srgbClr val="6CCB3B"/>
            </a:solidFill>
            <a:prstDash val="solid"/>
          </a:ln>
        </p:spPr>
      </p:sp>
      <p:sp>
        <p:nvSpPr>
          <p:cNvPr id="13" name="cd_403"/>
          <p:cNvSpPr/>
          <p:nvPr/>
        </p:nvSpPr>
        <p:spPr>
          <a:xfrm>
            <a:off x="379476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4" name="ci_404" descr="/home/claude/movers/img/fc/gra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936" y="1353312"/>
            <a:ext cx="1024128" cy="1024128"/>
          </a:xfrm>
          <a:prstGeom prst="rect">
            <a:avLst/>
          </a:prstGeom>
        </p:spPr>
      </p:pic>
      <p:sp>
        <p:nvSpPr>
          <p:cNvPr id="15" name="lb_405"/>
          <p:cNvSpPr/>
          <p:nvPr/>
        </p:nvSpPr>
        <p:spPr>
          <a:xfrm>
            <a:off x="383133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grass</a:t>
            </a:r>
            <a:endParaRPr lang="en-US" sz="1200" dirty="0"/>
          </a:p>
        </p:txBody>
      </p:sp>
      <p:sp>
        <p:nvSpPr>
          <p:cNvPr id="16" name="cd_406"/>
          <p:cNvSpPr/>
          <p:nvPr/>
        </p:nvSpPr>
        <p:spPr>
          <a:xfrm>
            <a:off x="553212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7" name="ci_407" descr="/home/claude/movers/img/fc/grou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1353312"/>
            <a:ext cx="1024128" cy="1024128"/>
          </a:xfrm>
          <a:prstGeom prst="rect">
            <a:avLst/>
          </a:prstGeom>
        </p:spPr>
      </p:pic>
      <p:sp>
        <p:nvSpPr>
          <p:cNvPr id="18" name="lb_408"/>
          <p:cNvSpPr/>
          <p:nvPr/>
        </p:nvSpPr>
        <p:spPr>
          <a:xfrm>
            <a:off x="556869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ground</a:t>
            </a:r>
            <a:endParaRPr lang="en-US" sz="1200" dirty="0"/>
          </a:p>
        </p:txBody>
      </p:sp>
      <p:sp>
        <p:nvSpPr>
          <p:cNvPr id="19" name="cd_409"/>
          <p:cNvSpPr/>
          <p:nvPr/>
        </p:nvSpPr>
        <p:spPr>
          <a:xfrm>
            <a:off x="7269480" y="12801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410" descr="/home/claude/movers/img/fc/lak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4656" y="1353312"/>
            <a:ext cx="1024128" cy="1024128"/>
          </a:xfrm>
          <a:prstGeom prst="rect">
            <a:avLst/>
          </a:prstGeom>
        </p:spPr>
      </p:pic>
      <p:sp>
        <p:nvSpPr>
          <p:cNvPr id="21" name="lb_411"/>
          <p:cNvSpPr/>
          <p:nvPr/>
        </p:nvSpPr>
        <p:spPr>
          <a:xfrm>
            <a:off x="7306056" y="2395728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lake</a:t>
            </a:r>
            <a:endParaRPr lang="en-US" sz="1200" dirty="0"/>
          </a:p>
        </p:txBody>
      </p:sp>
      <p:sp>
        <p:nvSpPr>
          <p:cNvPr id="22" name="cd_412"/>
          <p:cNvSpPr/>
          <p:nvPr/>
        </p:nvSpPr>
        <p:spPr>
          <a:xfrm>
            <a:off x="32004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413" descr="/home/claude/movers/img/fc/leaf-leav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3017520"/>
            <a:ext cx="1024128" cy="1024128"/>
          </a:xfrm>
          <a:prstGeom prst="rect">
            <a:avLst/>
          </a:prstGeom>
        </p:spPr>
      </p:pic>
      <p:sp>
        <p:nvSpPr>
          <p:cNvPr id="24" name="lb_414"/>
          <p:cNvSpPr/>
          <p:nvPr/>
        </p:nvSpPr>
        <p:spPr>
          <a:xfrm>
            <a:off x="35661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leaf leaves</a:t>
            </a:r>
            <a:endParaRPr lang="en-US" sz="1200" dirty="0"/>
          </a:p>
        </p:txBody>
      </p:sp>
      <p:sp>
        <p:nvSpPr>
          <p:cNvPr id="25" name="cd_415"/>
          <p:cNvSpPr/>
          <p:nvPr/>
        </p:nvSpPr>
        <p:spPr>
          <a:xfrm>
            <a:off x="205740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416" descr="/home/claude/movers/img/fc/mountai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2576" y="3017520"/>
            <a:ext cx="1024128" cy="1024128"/>
          </a:xfrm>
          <a:prstGeom prst="rect">
            <a:avLst/>
          </a:prstGeom>
        </p:spPr>
      </p:pic>
      <p:sp>
        <p:nvSpPr>
          <p:cNvPr id="27" name="lb_417"/>
          <p:cNvSpPr/>
          <p:nvPr/>
        </p:nvSpPr>
        <p:spPr>
          <a:xfrm>
            <a:off x="209397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mountain</a:t>
            </a:r>
            <a:endParaRPr lang="en-US" sz="1200" dirty="0"/>
          </a:p>
        </p:txBody>
      </p:sp>
      <p:sp>
        <p:nvSpPr>
          <p:cNvPr id="28" name="cd_418"/>
          <p:cNvSpPr/>
          <p:nvPr/>
        </p:nvSpPr>
        <p:spPr>
          <a:xfrm>
            <a:off x="379476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9" name="ci_419" descr="/home/claude/movers/img/fc/riv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9936" y="3017520"/>
            <a:ext cx="1024128" cy="1024128"/>
          </a:xfrm>
          <a:prstGeom prst="rect">
            <a:avLst/>
          </a:prstGeom>
        </p:spPr>
      </p:pic>
      <p:sp>
        <p:nvSpPr>
          <p:cNvPr id="30" name="lb_420"/>
          <p:cNvSpPr/>
          <p:nvPr/>
        </p:nvSpPr>
        <p:spPr>
          <a:xfrm>
            <a:off x="383133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river</a:t>
            </a:r>
            <a:endParaRPr lang="en-US" sz="1200" dirty="0"/>
          </a:p>
        </p:txBody>
      </p:sp>
      <p:sp>
        <p:nvSpPr>
          <p:cNvPr id="31" name="cd_421"/>
          <p:cNvSpPr/>
          <p:nvPr/>
        </p:nvSpPr>
        <p:spPr>
          <a:xfrm>
            <a:off x="553212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2" name="ci_422" descr="/home/claude/movers/img/fc/ro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7296" y="3017520"/>
            <a:ext cx="1024128" cy="1024128"/>
          </a:xfrm>
          <a:prstGeom prst="rect">
            <a:avLst/>
          </a:prstGeom>
        </p:spPr>
      </p:pic>
      <p:sp>
        <p:nvSpPr>
          <p:cNvPr id="33" name="lb_423"/>
          <p:cNvSpPr/>
          <p:nvPr/>
        </p:nvSpPr>
        <p:spPr>
          <a:xfrm>
            <a:off x="556869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</a:t>
            </a:r>
            <a:endParaRPr lang="en-US" sz="1200" dirty="0"/>
          </a:p>
        </p:txBody>
      </p:sp>
      <p:sp>
        <p:nvSpPr>
          <p:cNvPr id="34" name="cd_424"/>
          <p:cNvSpPr/>
          <p:nvPr/>
        </p:nvSpPr>
        <p:spPr>
          <a:xfrm>
            <a:off x="7269480" y="2944368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5" name="ci_425" descr="/home/claude/movers/img/fc/tracto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34656" y="3017520"/>
            <a:ext cx="1024128" cy="1024128"/>
          </a:xfrm>
          <a:prstGeom prst="rect">
            <a:avLst/>
          </a:prstGeom>
        </p:spPr>
      </p:pic>
      <p:sp>
        <p:nvSpPr>
          <p:cNvPr id="36" name="lb_426"/>
          <p:cNvSpPr/>
          <p:nvPr/>
        </p:nvSpPr>
        <p:spPr>
          <a:xfrm>
            <a:off x="7306056" y="4059936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tractor</a:t>
            </a:r>
            <a:endParaRPr lang="en-US" sz="1200" dirty="0"/>
          </a:p>
        </p:txBody>
      </p:sp>
      <p:sp>
        <p:nvSpPr>
          <p:cNvPr id="37" name="hl_427"/>
          <p:cNvSpPr/>
          <p:nvPr/>
        </p:nvSpPr>
        <p:spPr>
          <a:xfrm>
            <a:off x="7214616" y="2889504"/>
            <a:ext cx="1664208" cy="1664208"/>
          </a:xfrm>
          <a:prstGeom prst="roundRect">
            <a:avLst>
              <a:gd name="adj" fmla="val 6593"/>
            </a:avLst>
          </a:prstGeom>
          <a:ln w="76200">
            <a:solidFill>
              <a:srgbClr val="6CCB3B"/>
            </a:solidFill>
            <a:prstDash val="solid"/>
          </a:ln>
        </p:spPr>
      </p:sp>
    </p:spTree>
  </p:cSld>
  <p:clrMapOvr>
    <a:masterClrMapping/>
  </p:clrMapOvr>
  <p:transition spd="med">
    <p:push dir="l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42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429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8E5B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Odd one out!</a:t>
            </a:r>
            <a:endParaRPr lang="en-US" sz="3200" dirty="0"/>
          </a:p>
        </p:txBody>
      </p:sp>
      <p:sp>
        <p:nvSpPr>
          <p:cNvPr id="5" name="in_430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Which one doesn't belong? Why?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Quale non c'entra? Perché?</a:t>
            </a:r>
            <a:endParaRPr lang="en-US" sz="1400" dirty="0"/>
          </a:p>
        </p:txBody>
      </p:sp>
      <p:sp>
        <p:nvSpPr>
          <p:cNvPr id="6" name="mode_43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4 MIN</a:t>
            </a:r>
            <a:endParaRPr lang="en-US" sz="1000" dirty="0"/>
          </a:p>
        </p:txBody>
      </p:sp>
      <p:sp>
        <p:nvSpPr>
          <p:cNvPr id="7" name="diff_432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It's … because …</a:t>
            </a:r>
            <a:endParaRPr lang="en-US" sz="950" dirty="0"/>
          </a:p>
        </p:txBody>
      </p:sp>
      <p:sp>
        <p:nvSpPr>
          <p:cNvPr id="8" name="diff_433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Find TWO answers!</a:t>
            </a:r>
            <a:endParaRPr lang="en-US" sz="950" dirty="0"/>
          </a:p>
        </p:txBody>
      </p:sp>
      <p:sp>
        <p:nvSpPr>
          <p:cNvPr id="9" name="st_434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n_435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k_436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</a:t>
            </a:r>
            <a:endParaRPr lang="en-US" sz="1300" dirty="0"/>
          </a:p>
        </p:txBody>
      </p:sp>
      <p:sp>
        <p:nvSpPr>
          <p:cNvPr id="12" name="se_437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4 pictures.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le 4 immagini.</a:t>
            </a:r>
            <a:endParaRPr lang="en-US" sz="1050" dirty="0"/>
          </a:p>
        </p:txBody>
      </p:sp>
      <p:sp>
        <p:nvSpPr>
          <p:cNvPr id="13" name="st_438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n_439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k_440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6" name="se_441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with your partner.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Mettetevi d'accordo.</a:t>
            </a:r>
            <a:endParaRPr lang="en-US" sz="1050" dirty="0"/>
          </a:p>
        </p:txBody>
      </p:sp>
      <p:sp>
        <p:nvSpPr>
          <p:cNvPr id="17" name="st_442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n_443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k_444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DO</a:t>
            </a:r>
            <a:endParaRPr lang="en-US" sz="1300" dirty="0"/>
          </a:p>
        </p:txBody>
      </p:sp>
      <p:sp>
        <p:nvSpPr>
          <p:cNvPr id="20" name="se_445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on 3-2-1!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 al 3-2-1!</a:t>
            </a:r>
            <a:endParaRPr lang="en-US" sz="1050" dirty="0"/>
          </a:p>
        </p:txBody>
      </p:sp>
      <p:sp>
        <p:nvSpPr>
          <p:cNvPr id="21" name="gl_446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lake · river · rock · grass?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mountain · forest · tractor · field?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leaf · grass · forest · river?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44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448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Countryside moves!</a:t>
            </a:r>
            <a:endParaRPr lang="en-US" sz="2700" dirty="0"/>
          </a:p>
        </p:txBody>
      </p:sp>
      <p:sp>
        <p:nvSpPr>
          <p:cNvPr id="5" name="in_449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do it!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fallo!</a:t>
            </a:r>
            <a:endParaRPr lang="en-US" sz="1400" dirty="0"/>
          </a:p>
        </p:txBody>
      </p:sp>
      <p:sp>
        <p:nvSpPr>
          <p:cNvPr id="6" name="mode_45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WHOLE CLASS · ⏱ 4 MIN</a:t>
            </a:r>
            <a:endParaRPr lang="en-US" sz="1000" dirty="0"/>
          </a:p>
        </p:txBody>
      </p:sp>
      <p:sp>
        <p:nvSpPr>
          <p:cNvPr id="7" name="cd_451"/>
          <p:cNvSpPr/>
          <p:nvPr/>
        </p:nvSpPr>
        <p:spPr>
          <a:xfrm>
            <a:off x="274320" y="13258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ci_452" descr="/home/claude/movers/img/fc/mount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99032"/>
            <a:ext cx="905256" cy="905256"/>
          </a:xfrm>
          <a:prstGeom prst="rect">
            <a:avLst/>
          </a:prstGeom>
        </p:spPr>
      </p:pic>
      <p:sp>
        <p:nvSpPr>
          <p:cNvPr id="9" name="R1_a453"/>
          <p:cNvSpPr/>
          <p:nvPr/>
        </p:nvSpPr>
        <p:spPr>
          <a:xfrm>
            <a:off x="1399032" y="14630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Climb the mountain! 🧗</a:t>
            </a:r>
            <a:endParaRPr lang="en-US" sz="1250" dirty="0"/>
          </a:p>
        </p:txBody>
      </p:sp>
      <p:sp>
        <p:nvSpPr>
          <p:cNvPr id="10" name="cd_454"/>
          <p:cNvSpPr/>
          <p:nvPr/>
        </p:nvSpPr>
        <p:spPr>
          <a:xfrm>
            <a:off x="2423160" y="13258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1" name="ci_455" descr="/home/claude/movers/img/fc/ri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2" y="1399032"/>
            <a:ext cx="905256" cy="905256"/>
          </a:xfrm>
          <a:prstGeom prst="rect">
            <a:avLst/>
          </a:prstGeom>
        </p:spPr>
      </p:pic>
      <p:sp>
        <p:nvSpPr>
          <p:cNvPr id="12" name="R2_a456"/>
          <p:cNvSpPr/>
          <p:nvPr/>
        </p:nvSpPr>
        <p:spPr>
          <a:xfrm>
            <a:off x="3547872" y="14630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Swim in the river! 🏊</a:t>
            </a:r>
            <a:endParaRPr lang="en-US" sz="1250" dirty="0"/>
          </a:p>
        </p:txBody>
      </p:sp>
      <p:sp>
        <p:nvSpPr>
          <p:cNvPr id="13" name="cd_457"/>
          <p:cNvSpPr/>
          <p:nvPr/>
        </p:nvSpPr>
        <p:spPr>
          <a:xfrm>
            <a:off x="4572000" y="13258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4" name="ci_458" descr="/home/claude/movers/img/fc/leaf-leav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1399032"/>
            <a:ext cx="905256" cy="905256"/>
          </a:xfrm>
          <a:prstGeom prst="rect">
            <a:avLst/>
          </a:prstGeom>
        </p:spPr>
      </p:pic>
      <p:sp>
        <p:nvSpPr>
          <p:cNvPr id="15" name="R3_a459"/>
          <p:cNvSpPr/>
          <p:nvPr/>
        </p:nvSpPr>
        <p:spPr>
          <a:xfrm>
            <a:off x="5696712" y="14630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Fall like leaves! 🍂</a:t>
            </a:r>
            <a:endParaRPr lang="en-US" sz="1250" dirty="0"/>
          </a:p>
        </p:txBody>
      </p:sp>
      <p:sp>
        <p:nvSpPr>
          <p:cNvPr id="16" name="cd_460"/>
          <p:cNvSpPr/>
          <p:nvPr/>
        </p:nvSpPr>
        <p:spPr>
          <a:xfrm>
            <a:off x="6720840" y="13258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7" name="ci_461" descr="/home/claude/movers/img/fc/trac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1399032"/>
            <a:ext cx="905256" cy="905256"/>
          </a:xfrm>
          <a:prstGeom prst="rect">
            <a:avLst/>
          </a:prstGeom>
        </p:spPr>
      </p:pic>
      <p:sp>
        <p:nvSpPr>
          <p:cNvPr id="18" name="R4_a462"/>
          <p:cNvSpPr/>
          <p:nvPr/>
        </p:nvSpPr>
        <p:spPr>
          <a:xfrm>
            <a:off x="7845552" y="14630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Drive the tractor! 🚜</a:t>
            </a:r>
            <a:endParaRPr lang="en-US" sz="1250" dirty="0"/>
          </a:p>
        </p:txBody>
      </p:sp>
      <p:sp>
        <p:nvSpPr>
          <p:cNvPr id="19" name="cd_463"/>
          <p:cNvSpPr/>
          <p:nvPr/>
        </p:nvSpPr>
        <p:spPr>
          <a:xfrm>
            <a:off x="274320" y="29260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464" descr="/home/claude/movers/img/fc/r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2999232"/>
            <a:ext cx="905256" cy="905256"/>
          </a:xfrm>
          <a:prstGeom prst="rect">
            <a:avLst/>
          </a:prstGeom>
        </p:spPr>
      </p:pic>
      <p:sp>
        <p:nvSpPr>
          <p:cNvPr id="21" name="R5_a465"/>
          <p:cNvSpPr/>
          <p:nvPr/>
        </p:nvSpPr>
        <p:spPr>
          <a:xfrm>
            <a:off x="1399032" y="30632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a rock! Freeze!</a:t>
            </a:r>
            <a:endParaRPr lang="en-US" sz="1250" dirty="0"/>
          </a:p>
        </p:txBody>
      </p:sp>
      <p:sp>
        <p:nvSpPr>
          <p:cNvPr id="22" name="cd_466"/>
          <p:cNvSpPr/>
          <p:nvPr/>
        </p:nvSpPr>
        <p:spPr>
          <a:xfrm>
            <a:off x="2423160" y="29260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467" descr="/home/claude/movers/img/fc/gras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6312" y="2999232"/>
            <a:ext cx="905256" cy="905256"/>
          </a:xfrm>
          <a:prstGeom prst="rect">
            <a:avLst/>
          </a:prstGeom>
        </p:spPr>
      </p:pic>
      <p:sp>
        <p:nvSpPr>
          <p:cNvPr id="24" name="R6_a468"/>
          <p:cNvSpPr/>
          <p:nvPr/>
        </p:nvSpPr>
        <p:spPr>
          <a:xfrm>
            <a:off x="3547872" y="30632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Grow like grass! 🌱</a:t>
            </a:r>
            <a:endParaRPr lang="en-US" sz="1250" dirty="0"/>
          </a:p>
        </p:txBody>
      </p:sp>
      <p:sp>
        <p:nvSpPr>
          <p:cNvPr id="25" name="cd_469"/>
          <p:cNvSpPr/>
          <p:nvPr/>
        </p:nvSpPr>
        <p:spPr>
          <a:xfrm>
            <a:off x="4572000" y="29260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470" descr="/home/claude/movers/img/fc/lak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152" y="2999232"/>
            <a:ext cx="905256" cy="905256"/>
          </a:xfrm>
          <a:prstGeom prst="rect">
            <a:avLst/>
          </a:prstGeom>
        </p:spPr>
      </p:pic>
      <p:sp>
        <p:nvSpPr>
          <p:cNvPr id="27" name="R7_a471"/>
          <p:cNvSpPr/>
          <p:nvPr/>
        </p:nvSpPr>
        <p:spPr>
          <a:xfrm>
            <a:off x="5696712" y="30632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Row a boat! 🚣</a:t>
            </a:r>
            <a:endParaRPr lang="en-US" sz="1250" dirty="0"/>
          </a:p>
        </p:txBody>
      </p:sp>
      <p:sp>
        <p:nvSpPr>
          <p:cNvPr id="28" name="cd_472"/>
          <p:cNvSpPr/>
          <p:nvPr/>
        </p:nvSpPr>
        <p:spPr>
          <a:xfrm>
            <a:off x="6720840" y="292608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9" name="ci_473" descr="/home/claude/movers/img/fc/fores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3992" y="2999232"/>
            <a:ext cx="905256" cy="905256"/>
          </a:xfrm>
          <a:prstGeom prst="rect">
            <a:avLst/>
          </a:prstGeom>
        </p:spPr>
      </p:pic>
      <p:sp>
        <p:nvSpPr>
          <p:cNvPr id="30" name="R8_a474"/>
          <p:cNvSpPr/>
          <p:nvPr/>
        </p:nvSpPr>
        <p:spPr>
          <a:xfrm>
            <a:off x="7845552" y="306324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a tree! 🌲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47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WELL DONE!</a:t>
            </a:r>
            <a:endParaRPr lang="en-US" sz="1600" dirty="0"/>
          </a:p>
        </p:txBody>
      </p:sp>
      <p:sp>
        <p:nvSpPr>
          <p:cNvPr id="4" name="bm_476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Bye bye! 👋</a:t>
            </a:r>
            <a:endParaRPr lang="en-US" sz="3200" dirty="0"/>
          </a:p>
        </p:txBody>
      </p:sp>
      <p:sp>
        <p:nvSpPr>
          <p:cNvPr id="5" name="in_477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I can… · Oggi so…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Show me with your thumbs! 👍 👌 👎</a:t>
            </a:r>
            <a:endParaRPr lang="en-US" sz="1400" dirty="0"/>
          </a:p>
        </p:txBody>
      </p:sp>
      <p:sp>
        <p:nvSpPr>
          <p:cNvPr id="6" name="can_478"/>
          <p:cNvSpPr/>
          <p:nvPr/>
        </p:nvSpPr>
        <p:spPr>
          <a:xfrm>
            <a:off x="320040" y="132588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name 10 things in the countryside.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dire 10 cose della campagna.</a:t>
            </a:r>
            <a:endParaRPr lang="en-US" sz="1300" dirty="0"/>
          </a:p>
        </p:txBody>
      </p:sp>
      <p:sp>
        <p:nvSpPr>
          <p:cNvPr id="7" name="can_479"/>
          <p:cNvSpPr/>
          <p:nvPr/>
        </p:nvSpPr>
        <p:spPr>
          <a:xfrm>
            <a:off x="320040" y="205740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clap MOUN-tain, FOR-est, TRAC-tor.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battere le sillabe giuste.</a:t>
            </a:r>
            <a:endParaRPr lang="en-US" sz="1300" dirty="0"/>
          </a:p>
        </p:txBody>
      </p:sp>
      <p:sp>
        <p:nvSpPr>
          <p:cNvPr id="8" name="can_480"/>
          <p:cNvSpPr/>
          <p:nvPr/>
        </p:nvSpPr>
        <p:spPr>
          <a:xfrm>
            <a:off x="320040" y="278892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know our Mission: a daily routine chart.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Conosco la nostra missione.</a:t>
            </a:r>
            <a:endParaRPr lang="en-US" sz="1300" dirty="0"/>
          </a:p>
        </p:txBody>
      </p:sp>
      <p:sp>
        <p:nvSpPr>
          <p:cNvPr id="9" name="hw_481"/>
          <p:cNvSpPr/>
          <p:nvPr/>
        </p:nvSpPr>
        <p:spPr>
          <a:xfrm>
            <a:off x="5303520" y="132588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🏠 HOMEWORK · COMPITI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Homework sheet: Countryside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p.7 ex 1 (Read and match)</a:t>
            </a:r>
            <a:endParaRPr lang="en-US" sz="1250" dirty="0"/>
          </a:p>
        </p:txBody>
      </p:sp>
      <p:sp>
        <p:nvSpPr>
          <p:cNvPr id="10" name="nx_482"/>
          <p:cNvSpPr/>
          <p:nvPr/>
        </p:nvSpPr>
        <p:spPr>
          <a:xfrm>
            <a:off x="5303520" y="3840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➡ Next: The Friendly Farm story!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48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600" dirty="0"/>
          </a:p>
        </p:txBody>
      </p:sp>
      <p:sp>
        <p:nvSpPr>
          <p:cNvPr id="4" name="bm_484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Board race!</a:t>
            </a:r>
            <a:endParaRPr lang="en-US" sz="2700" dirty="0"/>
          </a:p>
        </p:txBody>
      </p:sp>
      <p:sp>
        <p:nvSpPr>
          <p:cNvPr id="5" name="in_485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Listen. Run and touch the picture first!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Ascolta. Corri e tocca l'immagine per primo!</a:t>
            </a:r>
            <a:endParaRPr lang="en-US" sz="1400" dirty="0"/>
          </a:p>
        </p:txBody>
      </p:sp>
      <p:sp>
        <p:nvSpPr>
          <p:cNvPr id="6" name="mode_486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5 MIN</a:t>
            </a:r>
            <a:endParaRPr lang="en-US" sz="1000" dirty="0"/>
          </a:p>
        </p:txBody>
      </p:sp>
      <p:sp>
        <p:nvSpPr>
          <p:cNvPr id="7" name="st_487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488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489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</a:t>
            </a:r>
            <a:endParaRPr lang="en-US" sz="1300" dirty="0"/>
          </a:p>
        </p:txBody>
      </p:sp>
      <p:sp>
        <p:nvSpPr>
          <p:cNvPr id="10" name="se_490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teams in lines.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squadre in fila.</a:t>
            </a:r>
            <a:endParaRPr lang="en-US" sz="1050" dirty="0"/>
          </a:p>
        </p:txBody>
      </p:sp>
      <p:sp>
        <p:nvSpPr>
          <p:cNvPr id="11" name="st_491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492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493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4" name="se_494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the sentence.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Ascolta la frase.</a:t>
            </a:r>
            <a:endParaRPr lang="en-US" sz="1050" dirty="0"/>
          </a:p>
        </p:txBody>
      </p:sp>
      <p:sp>
        <p:nvSpPr>
          <p:cNvPr id="15" name="st_495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496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497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8" name="se_498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Run! Touch it! 1 point!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Corri! Toccala! 1 punto!</a:t>
            </a:r>
            <a:endParaRPr lang="en-US" sz="1050" dirty="0"/>
          </a:p>
        </p:txBody>
      </p:sp>
      <p:sp>
        <p:nvSpPr>
          <p:cNvPr id="19" name="cd_499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500" descr="/home/claude/movers/img/fc/f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476" y="1399032"/>
            <a:ext cx="834847" cy="834847"/>
          </a:xfrm>
          <a:prstGeom prst="rect">
            <a:avLst/>
          </a:prstGeom>
        </p:spPr>
      </p:pic>
      <p:sp>
        <p:nvSpPr>
          <p:cNvPr id="21" name="lb_501"/>
          <p:cNvSpPr/>
          <p:nvPr/>
        </p:nvSpPr>
        <p:spPr>
          <a:xfrm>
            <a:off x="314553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</a:t>
            </a:r>
            <a:endParaRPr lang="en-US" sz="1100" dirty="0"/>
          </a:p>
        </p:txBody>
      </p:sp>
      <p:sp>
        <p:nvSpPr>
          <p:cNvPr id="22" name="cd_502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503" descr="/home/claude/movers/img/fc/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516" y="1399032"/>
            <a:ext cx="834847" cy="834847"/>
          </a:xfrm>
          <a:prstGeom prst="rect">
            <a:avLst/>
          </a:prstGeom>
        </p:spPr>
      </p:pic>
      <p:sp>
        <p:nvSpPr>
          <p:cNvPr id="24" name="lb_504"/>
          <p:cNvSpPr/>
          <p:nvPr/>
        </p:nvSpPr>
        <p:spPr>
          <a:xfrm>
            <a:off x="460857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forest</a:t>
            </a:r>
            <a:endParaRPr lang="en-US" sz="1100" dirty="0"/>
          </a:p>
        </p:txBody>
      </p:sp>
      <p:sp>
        <p:nvSpPr>
          <p:cNvPr id="25" name="cd_505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6" name="ci_506" descr="/home/claude/movers/img/fc/l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556" y="1399032"/>
            <a:ext cx="834847" cy="834847"/>
          </a:xfrm>
          <a:prstGeom prst="rect">
            <a:avLst/>
          </a:prstGeom>
        </p:spPr>
      </p:pic>
      <p:sp>
        <p:nvSpPr>
          <p:cNvPr id="27" name="lb_507"/>
          <p:cNvSpPr/>
          <p:nvPr/>
        </p:nvSpPr>
        <p:spPr>
          <a:xfrm>
            <a:off x="607161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lake</a:t>
            </a:r>
            <a:endParaRPr lang="en-US" sz="1100" dirty="0"/>
          </a:p>
        </p:txBody>
      </p:sp>
      <p:sp>
        <p:nvSpPr>
          <p:cNvPr id="28" name="cd_508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9" name="ci_509" descr="/home/claude/movers/img/fc/ri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3596" y="1399032"/>
            <a:ext cx="834847" cy="834847"/>
          </a:xfrm>
          <a:prstGeom prst="rect">
            <a:avLst/>
          </a:prstGeom>
        </p:spPr>
      </p:pic>
      <p:sp>
        <p:nvSpPr>
          <p:cNvPr id="30" name="lb_510"/>
          <p:cNvSpPr/>
          <p:nvPr/>
        </p:nvSpPr>
        <p:spPr>
          <a:xfrm>
            <a:off x="753465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river</a:t>
            </a:r>
            <a:endParaRPr lang="en-US" sz="1100" dirty="0"/>
          </a:p>
        </p:txBody>
      </p:sp>
      <p:sp>
        <p:nvSpPr>
          <p:cNvPr id="31" name="cd_511"/>
          <p:cNvSpPr/>
          <p:nvPr/>
        </p:nvSpPr>
        <p:spPr>
          <a:xfrm>
            <a:off x="310896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2" name="ci_512" descr="/home/claude/movers/img/fc/r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4476" y="2834640"/>
            <a:ext cx="834847" cy="834847"/>
          </a:xfrm>
          <a:prstGeom prst="rect">
            <a:avLst/>
          </a:prstGeom>
        </p:spPr>
      </p:pic>
      <p:sp>
        <p:nvSpPr>
          <p:cNvPr id="33" name="lb_513"/>
          <p:cNvSpPr/>
          <p:nvPr/>
        </p:nvSpPr>
        <p:spPr>
          <a:xfrm>
            <a:off x="314553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</a:t>
            </a:r>
            <a:endParaRPr lang="en-US" sz="1100" dirty="0"/>
          </a:p>
        </p:txBody>
      </p:sp>
      <p:sp>
        <p:nvSpPr>
          <p:cNvPr id="34" name="cd_514"/>
          <p:cNvSpPr/>
          <p:nvPr/>
        </p:nvSpPr>
        <p:spPr>
          <a:xfrm>
            <a:off x="457200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5" name="ci_515" descr="/home/claude/movers/img/fc/tracto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7516" y="2834640"/>
            <a:ext cx="834847" cy="834847"/>
          </a:xfrm>
          <a:prstGeom prst="rect">
            <a:avLst/>
          </a:prstGeom>
        </p:spPr>
      </p:pic>
      <p:sp>
        <p:nvSpPr>
          <p:cNvPr id="36" name="lb_516"/>
          <p:cNvSpPr/>
          <p:nvPr/>
        </p:nvSpPr>
        <p:spPr>
          <a:xfrm>
            <a:off x="460857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tractor</a:t>
            </a:r>
            <a:endParaRPr lang="en-US" sz="1100" dirty="0"/>
          </a:p>
        </p:txBody>
      </p:sp>
      <p:sp>
        <p:nvSpPr>
          <p:cNvPr id="37" name="cd_517"/>
          <p:cNvSpPr/>
          <p:nvPr/>
        </p:nvSpPr>
        <p:spPr>
          <a:xfrm>
            <a:off x="603504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8" name="ci_518" descr="/home/claude/movers/img/fc/mountai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0556" y="2834640"/>
            <a:ext cx="834847" cy="834847"/>
          </a:xfrm>
          <a:prstGeom prst="rect">
            <a:avLst/>
          </a:prstGeom>
        </p:spPr>
      </p:pic>
      <p:sp>
        <p:nvSpPr>
          <p:cNvPr id="39" name="lb_519"/>
          <p:cNvSpPr/>
          <p:nvPr/>
        </p:nvSpPr>
        <p:spPr>
          <a:xfrm>
            <a:off x="607161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mountain</a:t>
            </a:r>
            <a:endParaRPr lang="en-US" sz="1100" dirty="0"/>
          </a:p>
        </p:txBody>
      </p:sp>
      <p:sp>
        <p:nvSpPr>
          <p:cNvPr id="40" name="cd_520"/>
          <p:cNvSpPr/>
          <p:nvPr/>
        </p:nvSpPr>
        <p:spPr>
          <a:xfrm>
            <a:off x="749808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41" name="ci_521" descr="/home/claude/movers/img/fc/gras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3596" y="2834640"/>
            <a:ext cx="834847" cy="834847"/>
          </a:xfrm>
          <a:prstGeom prst="rect">
            <a:avLst/>
          </a:prstGeom>
        </p:spPr>
      </p:pic>
      <p:sp>
        <p:nvSpPr>
          <p:cNvPr id="42" name="lb_522"/>
          <p:cNvSpPr/>
          <p:nvPr/>
        </p:nvSpPr>
        <p:spPr>
          <a:xfrm>
            <a:off x="753465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grass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Movers · UNIT 1 · LESSON 1 · A day on the farm</dc:title>
  <dc:subject>PptxGenJS Presentation</dc:subject>
  <dc:creator>PptxGenJS</dc:creator>
  <cp:lastModifiedBy>PptxGenJS</cp:lastModifiedBy>
  <cp:revision>1</cp:revision>
  <dcterms:created xsi:type="dcterms:W3CDTF">2026-10-06T10:51:15Z</dcterms:created>
  <dcterms:modified xsi:type="dcterms:W3CDTF">2026-10-06T10:51:15Z</dcterms:modified>
</cp:coreProperties>
</file>